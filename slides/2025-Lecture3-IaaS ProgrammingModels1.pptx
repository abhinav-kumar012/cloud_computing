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8"/>
  </p:notesMasterIdLst>
  <p:handoutMasterIdLst>
    <p:handoutMasterId r:id="rId29"/>
  </p:handoutMasterIdLst>
  <p:sldIdLst>
    <p:sldId id="274" r:id="rId2"/>
    <p:sldId id="275" r:id="rId3"/>
    <p:sldId id="265" r:id="rId4"/>
    <p:sldId id="266" r:id="rId5"/>
    <p:sldId id="267" r:id="rId6"/>
    <p:sldId id="268" r:id="rId7"/>
    <p:sldId id="272" r:id="rId8"/>
    <p:sldId id="277" r:id="rId9"/>
    <p:sldId id="288" r:id="rId10"/>
    <p:sldId id="303" r:id="rId11"/>
    <p:sldId id="289" r:id="rId12"/>
    <p:sldId id="271" r:id="rId13"/>
    <p:sldId id="273" r:id="rId14"/>
    <p:sldId id="279" r:id="rId15"/>
    <p:sldId id="280" r:id="rId16"/>
    <p:sldId id="281" r:id="rId17"/>
    <p:sldId id="282" r:id="rId18"/>
    <p:sldId id="283" r:id="rId19"/>
    <p:sldId id="284" r:id="rId20"/>
    <p:sldId id="278" r:id="rId21"/>
    <p:sldId id="285" r:id="rId22"/>
    <p:sldId id="287" r:id="rId23"/>
    <p:sldId id="302" r:id="rId24"/>
    <p:sldId id="304" r:id="rId25"/>
    <p:sldId id="298" r:id="rId26"/>
    <p:sldId id="29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191" autoAdjust="0"/>
  </p:normalViewPr>
  <p:slideViewPr>
    <p:cSldViewPr snapToObjects="1">
      <p:cViewPr varScale="1">
        <p:scale>
          <a:sx n="74" d="100"/>
          <a:sy n="74" d="100"/>
        </p:scale>
        <p:origin x="35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8086C9-BEB9-4FD3-BACD-58703BDD414F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A7E088C-333B-4FA2-B820-97828E334AC5}">
      <dgm:prSet/>
      <dgm:spPr/>
      <dgm:t>
        <a:bodyPr/>
        <a:lstStyle/>
        <a:p>
          <a:r>
            <a:rPr lang="en-IN" dirty="0"/>
            <a:t>You write a complex program</a:t>
          </a:r>
          <a:endParaRPr lang="en-US" dirty="0"/>
        </a:p>
      </dgm:t>
    </dgm:pt>
    <dgm:pt modelId="{AD0BB5DC-4A8D-4BF9-B248-51159D3EF49E}" type="parTrans" cxnId="{53E93A88-EE37-4B62-B482-596D8C7B0DD1}">
      <dgm:prSet/>
      <dgm:spPr/>
      <dgm:t>
        <a:bodyPr/>
        <a:lstStyle/>
        <a:p>
          <a:endParaRPr lang="en-US"/>
        </a:p>
      </dgm:t>
    </dgm:pt>
    <dgm:pt modelId="{DBBCD89C-218F-43A3-8F72-FC01E54D3C8F}" type="sibTrans" cxnId="{53E93A88-EE37-4B62-B482-596D8C7B0DD1}">
      <dgm:prSet/>
      <dgm:spPr/>
      <dgm:t>
        <a:bodyPr/>
        <a:lstStyle/>
        <a:p>
          <a:endParaRPr lang="en-US"/>
        </a:p>
      </dgm:t>
    </dgm:pt>
    <dgm:pt modelId="{660045F5-EA38-438C-A696-0A012B0F4176}">
      <dgm:prSet/>
      <dgm:spPr/>
      <dgm:t>
        <a:bodyPr/>
        <a:lstStyle/>
        <a:p>
          <a:r>
            <a:rPr lang="en-IN"/>
            <a:t>Helloworld.exe</a:t>
          </a:r>
          <a:endParaRPr lang="en-US"/>
        </a:p>
      </dgm:t>
    </dgm:pt>
    <dgm:pt modelId="{B751E0F6-7CF1-4765-B911-A611D40C7F9E}" type="parTrans" cxnId="{A5AD8931-3FCE-44D5-9A1F-FA27442352C8}">
      <dgm:prSet/>
      <dgm:spPr/>
      <dgm:t>
        <a:bodyPr/>
        <a:lstStyle/>
        <a:p>
          <a:endParaRPr lang="en-US"/>
        </a:p>
      </dgm:t>
    </dgm:pt>
    <dgm:pt modelId="{309F3C16-4E50-40F6-B92C-431973F31CBC}" type="sibTrans" cxnId="{A5AD8931-3FCE-44D5-9A1F-FA27442352C8}">
      <dgm:prSet/>
      <dgm:spPr/>
      <dgm:t>
        <a:bodyPr/>
        <a:lstStyle/>
        <a:p>
          <a:endParaRPr lang="en-US"/>
        </a:p>
      </dgm:t>
    </dgm:pt>
    <dgm:pt modelId="{350C5C4E-6775-4AEC-B1AA-BEE4A6F0B79D}">
      <dgm:prSet/>
      <dgm:spPr/>
      <dgm:t>
        <a:bodyPr/>
        <a:lstStyle/>
        <a:p>
          <a:r>
            <a:rPr lang="en-IN"/>
            <a:t>Program needs resources to execute</a:t>
          </a:r>
          <a:endParaRPr lang="en-US"/>
        </a:p>
      </dgm:t>
    </dgm:pt>
    <dgm:pt modelId="{7C71A1C7-60FC-4835-81AB-E05482BABF23}" type="parTrans" cxnId="{8F851229-2005-465F-AD66-70656F9BA79B}">
      <dgm:prSet/>
      <dgm:spPr/>
      <dgm:t>
        <a:bodyPr/>
        <a:lstStyle/>
        <a:p>
          <a:endParaRPr lang="en-US"/>
        </a:p>
      </dgm:t>
    </dgm:pt>
    <dgm:pt modelId="{1B5B0DD8-631F-442A-8550-3709E20A678F}" type="sibTrans" cxnId="{8F851229-2005-465F-AD66-70656F9BA79B}">
      <dgm:prSet/>
      <dgm:spPr/>
      <dgm:t>
        <a:bodyPr/>
        <a:lstStyle/>
        <a:p>
          <a:endParaRPr lang="en-US"/>
        </a:p>
      </dgm:t>
    </dgm:pt>
    <dgm:pt modelId="{BED64416-341A-44E3-8ABC-3BB6C9D20302}">
      <dgm:prSet/>
      <dgm:spPr/>
      <dgm:t>
        <a:bodyPr/>
        <a:lstStyle/>
        <a:p>
          <a:r>
            <a:rPr lang="en-IN"/>
            <a:t>CPU</a:t>
          </a:r>
          <a:endParaRPr lang="en-US"/>
        </a:p>
      </dgm:t>
    </dgm:pt>
    <dgm:pt modelId="{7A651344-FD96-4381-94E1-1F6ADC95564F}" type="parTrans" cxnId="{D84CDDEA-D8E0-41C0-926F-EA1CB4E85D4E}">
      <dgm:prSet/>
      <dgm:spPr/>
      <dgm:t>
        <a:bodyPr/>
        <a:lstStyle/>
        <a:p>
          <a:endParaRPr lang="en-US"/>
        </a:p>
      </dgm:t>
    </dgm:pt>
    <dgm:pt modelId="{BD17B37C-2FB1-4415-BA96-9A0B5D88A51C}" type="sibTrans" cxnId="{D84CDDEA-D8E0-41C0-926F-EA1CB4E85D4E}">
      <dgm:prSet/>
      <dgm:spPr/>
      <dgm:t>
        <a:bodyPr/>
        <a:lstStyle/>
        <a:p>
          <a:endParaRPr lang="en-US"/>
        </a:p>
      </dgm:t>
    </dgm:pt>
    <dgm:pt modelId="{DF5AFB0F-F0A5-4484-907C-1FEABA421A38}">
      <dgm:prSet/>
      <dgm:spPr/>
      <dgm:t>
        <a:bodyPr/>
        <a:lstStyle/>
        <a:p>
          <a:r>
            <a:rPr lang="en-IN"/>
            <a:t>Memory</a:t>
          </a:r>
          <a:endParaRPr lang="en-US"/>
        </a:p>
      </dgm:t>
    </dgm:pt>
    <dgm:pt modelId="{1C16F084-6766-416F-92CA-72B95864DC3D}" type="parTrans" cxnId="{2F5E3DF3-D534-45FA-8C48-1CCFD0A56118}">
      <dgm:prSet/>
      <dgm:spPr/>
      <dgm:t>
        <a:bodyPr/>
        <a:lstStyle/>
        <a:p>
          <a:endParaRPr lang="en-US"/>
        </a:p>
      </dgm:t>
    </dgm:pt>
    <dgm:pt modelId="{2837CFDE-C6D6-4A91-8AAC-AD5E357A22A0}" type="sibTrans" cxnId="{2F5E3DF3-D534-45FA-8C48-1CCFD0A56118}">
      <dgm:prSet/>
      <dgm:spPr/>
      <dgm:t>
        <a:bodyPr/>
        <a:lstStyle/>
        <a:p>
          <a:endParaRPr lang="en-US"/>
        </a:p>
      </dgm:t>
    </dgm:pt>
    <dgm:pt modelId="{88F0D735-3F76-46A9-BFAA-BD3B16573CAE}">
      <dgm:prSet/>
      <dgm:spPr/>
      <dgm:t>
        <a:bodyPr/>
        <a:lstStyle/>
        <a:p>
          <a:r>
            <a:rPr lang="en-IN"/>
            <a:t>Storage (where the program resides)</a:t>
          </a:r>
          <a:endParaRPr lang="en-US"/>
        </a:p>
      </dgm:t>
    </dgm:pt>
    <dgm:pt modelId="{C39B1A49-F15D-4949-8E7C-79297FC38636}" type="parTrans" cxnId="{9B440250-FDDF-4FF9-B614-4A563A9ECB96}">
      <dgm:prSet/>
      <dgm:spPr/>
      <dgm:t>
        <a:bodyPr/>
        <a:lstStyle/>
        <a:p>
          <a:endParaRPr lang="en-US"/>
        </a:p>
      </dgm:t>
    </dgm:pt>
    <dgm:pt modelId="{80752BDF-EEA7-4E89-9CB4-6204AACACEFC}" type="sibTrans" cxnId="{9B440250-FDDF-4FF9-B614-4A563A9ECB96}">
      <dgm:prSet/>
      <dgm:spPr/>
      <dgm:t>
        <a:bodyPr/>
        <a:lstStyle/>
        <a:p>
          <a:endParaRPr lang="en-US"/>
        </a:p>
      </dgm:t>
    </dgm:pt>
    <dgm:pt modelId="{28FB643E-6727-4B20-859F-C22207F9F375}">
      <dgm:prSet/>
      <dgm:spPr/>
      <dgm:t>
        <a:bodyPr/>
        <a:lstStyle/>
        <a:p>
          <a:r>
            <a:rPr lang="en-IN"/>
            <a:t>Possibly network</a:t>
          </a:r>
          <a:endParaRPr lang="en-US"/>
        </a:p>
      </dgm:t>
    </dgm:pt>
    <dgm:pt modelId="{D72D9D77-7297-4457-AAE0-5286F6E4D16B}" type="parTrans" cxnId="{776E2685-0A21-404D-B66A-6B62DF07D32D}">
      <dgm:prSet/>
      <dgm:spPr/>
      <dgm:t>
        <a:bodyPr/>
        <a:lstStyle/>
        <a:p>
          <a:endParaRPr lang="en-US"/>
        </a:p>
      </dgm:t>
    </dgm:pt>
    <dgm:pt modelId="{58E8C185-58C9-47AC-9E58-958783E03F9E}" type="sibTrans" cxnId="{776E2685-0A21-404D-B66A-6B62DF07D32D}">
      <dgm:prSet/>
      <dgm:spPr/>
      <dgm:t>
        <a:bodyPr/>
        <a:lstStyle/>
        <a:p>
          <a:endParaRPr lang="en-US"/>
        </a:p>
      </dgm:t>
    </dgm:pt>
    <dgm:pt modelId="{98D41EF5-B1FA-4870-B3F5-7534ECC92730}">
      <dgm:prSet/>
      <dgm:spPr/>
      <dgm:t>
        <a:bodyPr/>
        <a:lstStyle/>
        <a:p>
          <a:r>
            <a:rPr lang="en-IN"/>
            <a:t>Access to resources made available by the OS</a:t>
          </a:r>
          <a:endParaRPr lang="en-US"/>
        </a:p>
      </dgm:t>
    </dgm:pt>
    <dgm:pt modelId="{119E84A2-C585-4478-BA5C-43634801846A}" type="parTrans" cxnId="{E90EE410-D5CA-46FE-98B1-D98805533ED8}">
      <dgm:prSet/>
      <dgm:spPr/>
      <dgm:t>
        <a:bodyPr/>
        <a:lstStyle/>
        <a:p>
          <a:endParaRPr lang="en-US"/>
        </a:p>
      </dgm:t>
    </dgm:pt>
    <dgm:pt modelId="{782091CF-1401-40BB-A427-BE6C3B0FB264}" type="sibTrans" cxnId="{E90EE410-D5CA-46FE-98B1-D98805533ED8}">
      <dgm:prSet/>
      <dgm:spPr/>
      <dgm:t>
        <a:bodyPr/>
        <a:lstStyle/>
        <a:p>
          <a:endParaRPr lang="en-US"/>
        </a:p>
      </dgm:t>
    </dgm:pt>
    <dgm:pt modelId="{3AA8D0F3-B1A2-4EC2-ABC1-38DA276863D2}" type="pres">
      <dgm:prSet presAssocID="{CB8086C9-BEB9-4FD3-BACD-58703BDD414F}" presName="Name0" presStyleCnt="0">
        <dgm:presLayoutVars>
          <dgm:dir/>
          <dgm:animLvl val="lvl"/>
          <dgm:resizeHandles val="exact"/>
        </dgm:presLayoutVars>
      </dgm:prSet>
      <dgm:spPr/>
    </dgm:pt>
    <dgm:pt modelId="{89746A40-1864-4ED8-B9E8-DB6C6BDE393E}" type="pres">
      <dgm:prSet presAssocID="{98D41EF5-B1FA-4870-B3F5-7534ECC92730}" presName="boxAndChildren" presStyleCnt="0"/>
      <dgm:spPr/>
    </dgm:pt>
    <dgm:pt modelId="{F7B31B44-7E5C-49AF-9209-8E5C598A7E5F}" type="pres">
      <dgm:prSet presAssocID="{98D41EF5-B1FA-4870-B3F5-7534ECC92730}" presName="parentTextBox" presStyleLbl="node1" presStyleIdx="0" presStyleCnt="3"/>
      <dgm:spPr/>
    </dgm:pt>
    <dgm:pt modelId="{B4079426-4B72-4710-A3ED-9F5B7BCDEEA6}" type="pres">
      <dgm:prSet presAssocID="{1B5B0DD8-631F-442A-8550-3709E20A678F}" presName="sp" presStyleCnt="0"/>
      <dgm:spPr/>
    </dgm:pt>
    <dgm:pt modelId="{25CC4A63-65E0-4FC2-A74F-877F9B26B7AF}" type="pres">
      <dgm:prSet presAssocID="{350C5C4E-6775-4AEC-B1AA-BEE4A6F0B79D}" presName="arrowAndChildren" presStyleCnt="0"/>
      <dgm:spPr/>
    </dgm:pt>
    <dgm:pt modelId="{B6872327-D031-466A-9F8B-0AF3C4DAD6FC}" type="pres">
      <dgm:prSet presAssocID="{350C5C4E-6775-4AEC-B1AA-BEE4A6F0B79D}" presName="parentTextArrow" presStyleLbl="node1" presStyleIdx="0" presStyleCnt="3"/>
      <dgm:spPr/>
    </dgm:pt>
    <dgm:pt modelId="{28472D11-36EB-4118-90A7-4AFB29FE9467}" type="pres">
      <dgm:prSet presAssocID="{350C5C4E-6775-4AEC-B1AA-BEE4A6F0B79D}" presName="arrow" presStyleLbl="node1" presStyleIdx="1" presStyleCnt="3"/>
      <dgm:spPr/>
    </dgm:pt>
    <dgm:pt modelId="{FA003223-6A9E-4B87-8045-AAF6B6598FDF}" type="pres">
      <dgm:prSet presAssocID="{350C5C4E-6775-4AEC-B1AA-BEE4A6F0B79D}" presName="descendantArrow" presStyleCnt="0"/>
      <dgm:spPr/>
    </dgm:pt>
    <dgm:pt modelId="{907CE766-C773-4795-99A6-A17628976BAF}" type="pres">
      <dgm:prSet presAssocID="{BED64416-341A-44E3-8ABC-3BB6C9D20302}" presName="childTextArrow" presStyleLbl="fgAccFollowNode1" presStyleIdx="0" presStyleCnt="5">
        <dgm:presLayoutVars>
          <dgm:bulletEnabled val="1"/>
        </dgm:presLayoutVars>
      </dgm:prSet>
      <dgm:spPr/>
    </dgm:pt>
    <dgm:pt modelId="{E3552837-76CD-4869-BCC8-30381C8A90EE}" type="pres">
      <dgm:prSet presAssocID="{DF5AFB0F-F0A5-4484-907C-1FEABA421A38}" presName="childTextArrow" presStyleLbl="fgAccFollowNode1" presStyleIdx="1" presStyleCnt="5">
        <dgm:presLayoutVars>
          <dgm:bulletEnabled val="1"/>
        </dgm:presLayoutVars>
      </dgm:prSet>
      <dgm:spPr/>
    </dgm:pt>
    <dgm:pt modelId="{58AE742B-9AC2-4AF6-873A-208F11753FFD}" type="pres">
      <dgm:prSet presAssocID="{88F0D735-3F76-46A9-BFAA-BD3B16573CAE}" presName="childTextArrow" presStyleLbl="fgAccFollowNode1" presStyleIdx="2" presStyleCnt="5">
        <dgm:presLayoutVars>
          <dgm:bulletEnabled val="1"/>
        </dgm:presLayoutVars>
      </dgm:prSet>
      <dgm:spPr/>
    </dgm:pt>
    <dgm:pt modelId="{21D879B6-B453-4B73-A6FE-9481E8093830}" type="pres">
      <dgm:prSet presAssocID="{28FB643E-6727-4B20-859F-C22207F9F375}" presName="childTextArrow" presStyleLbl="fgAccFollowNode1" presStyleIdx="3" presStyleCnt="5">
        <dgm:presLayoutVars>
          <dgm:bulletEnabled val="1"/>
        </dgm:presLayoutVars>
      </dgm:prSet>
      <dgm:spPr/>
    </dgm:pt>
    <dgm:pt modelId="{9483CBE2-C3A2-4033-B156-7A3654CEAC85}" type="pres">
      <dgm:prSet presAssocID="{DBBCD89C-218F-43A3-8F72-FC01E54D3C8F}" presName="sp" presStyleCnt="0"/>
      <dgm:spPr/>
    </dgm:pt>
    <dgm:pt modelId="{B8B3D371-7E1A-4561-A43C-D32DFF3EAE2F}" type="pres">
      <dgm:prSet presAssocID="{AA7E088C-333B-4FA2-B820-97828E334AC5}" presName="arrowAndChildren" presStyleCnt="0"/>
      <dgm:spPr/>
    </dgm:pt>
    <dgm:pt modelId="{54E9CADA-4890-45C0-B3B7-AB51215D2BDC}" type="pres">
      <dgm:prSet presAssocID="{AA7E088C-333B-4FA2-B820-97828E334AC5}" presName="parentTextArrow" presStyleLbl="node1" presStyleIdx="1" presStyleCnt="3"/>
      <dgm:spPr/>
    </dgm:pt>
    <dgm:pt modelId="{054A8070-DE57-43D5-9EE8-60CAFE6F03A3}" type="pres">
      <dgm:prSet presAssocID="{AA7E088C-333B-4FA2-B820-97828E334AC5}" presName="arrow" presStyleLbl="node1" presStyleIdx="2" presStyleCnt="3"/>
      <dgm:spPr/>
    </dgm:pt>
    <dgm:pt modelId="{D97172A3-0E75-4A14-B2D5-7B1BCB809B71}" type="pres">
      <dgm:prSet presAssocID="{AA7E088C-333B-4FA2-B820-97828E334AC5}" presName="descendantArrow" presStyleCnt="0"/>
      <dgm:spPr/>
    </dgm:pt>
    <dgm:pt modelId="{94E21E00-D998-49E6-BA1C-DD1506FE30A2}" type="pres">
      <dgm:prSet presAssocID="{660045F5-EA38-438C-A696-0A012B0F4176}" presName="childTextArrow" presStyleLbl="fgAccFollowNode1" presStyleIdx="4" presStyleCnt="5">
        <dgm:presLayoutVars>
          <dgm:bulletEnabled val="1"/>
        </dgm:presLayoutVars>
      </dgm:prSet>
      <dgm:spPr/>
    </dgm:pt>
  </dgm:ptLst>
  <dgm:cxnLst>
    <dgm:cxn modelId="{4664E30F-E0AE-44FA-9C73-75E724B70324}" type="presOf" srcId="{DF5AFB0F-F0A5-4484-907C-1FEABA421A38}" destId="{E3552837-76CD-4869-BCC8-30381C8A90EE}" srcOrd="0" destOrd="0" presId="urn:microsoft.com/office/officeart/2005/8/layout/process4"/>
    <dgm:cxn modelId="{E90EE410-D5CA-46FE-98B1-D98805533ED8}" srcId="{CB8086C9-BEB9-4FD3-BACD-58703BDD414F}" destId="{98D41EF5-B1FA-4870-B3F5-7534ECC92730}" srcOrd="2" destOrd="0" parTransId="{119E84A2-C585-4478-BA5C-43634801846A}" sibTransId="{782091CF-1401-40BB-A427-BE6C3B0FB264}"/>
    <dgm:cxn modelId="{AA2E9414-F9CF-46AA-87D5-9A3481A3480D}" type="presOf" srcId="{660045F5-EA38-438C-A696-0A012B0F4176}" destId="{94E21E00-D998-49E6-BA1C-DD1506FE30A2}" srcOrd="0" destOrd="0" presId="urn:microsoft.com/office/officeart/2005/8/layout/process4"/>
    <dgm:cxn modelId="{C00F1E16-D016-497D-B511-695DDFBB932C}" type="presOf" srcId="{350C5C4E-6775-4AEC-B1AA-BEE4A6F0B79D}" destId="{28472D11-36EB-4118-90A7-4AFB29FE9467}" srcOrd="1" destOrd="0" presId="urn:microsoft.com/office/officeart/2005/8/layout/process4"/>
    <dgm:cxn modelId="{C6D5111A-88D1-4220-9D15-8DD53F7B58C4}" type="presOf" srcId="{AA7E088C-333B-4FA2-B820-97828E334AC5}" destId="{054A8070-DE57-43D5-9EE8-60CAFE6F03A3}" srcOrd="1" destOrd="0" presId="urn:microsoft.com/office/officeart/2005/8/layout/process4"/>
    <dgm:cxn modelId="{8F851229-2005-465F-AD66-70656F9BA79B}" srcId="{CB8086C9-BEB9-4FD3-BACD-58703BDD414F}" destId="{350C5C4E-6775-4AEC-B1AA-BEE4A6F0B79D}" srcOrd="1" destOrd="0" parTransId="{7C71A1C7-60FC-4835-81AB-E05482BABF23}" sibTransId="{1B5B0DD8-631F-442A-8550-3709E20A678F}"/>
    <dgm:cxn modelId="{A5AD8931-3FCE-44D5-9A1F-FA27442352C8}" srcId="{AA7E088C-333B-4FA2-B820-97828E334AC5}" destId="{660045F5-EA38-438C-A696-0A012B0F4176}" srcOrd="0" destOrd="0" parTransId="{B751E0F6-7CF1-4765-B911-A611D40C7F9E}" sibTransId="{309F3C16-4E50-40F6-B92C-431973F31CBC}"/>
    <dgm:cxn modelId="{72B3415C-2655-492D-873B-05AABE5CEB0E}" type="presOf" srcId="{350C5C4E-6775-4AEC-B1AA-BEE4A6F0B79D}" destId="{B6872327-D031-466A-9F8B-0AF3C4DAD6FC}" srcOrd="0" destOrd="0" presId="urn:microsoft.com/office/officeart/2005/8/layout/process4"/>
    <dgm:cxn modelId="{3C810366-5210-4966-B737-D9ED0090555B}" type="presOf" srcId="{98D41EF5-B1FA-4870-B3F5-7534ECC92730}" destId="{F7B31B44-7E5C-49AF-9209-8E5C598A7E5F}" srcOrd="0" destOrd="0" presId="urn:microsoft.com/office/officeart/2005/8/layout/process4"/>
    <dgm:cxn modelId="{9B440250-FDDF-4FF9-B614-4A563A9ECB96}" srcId="{350C5C4E-6775-4AEC-B1AA-BEE4A6F0B79D}" destId="{88F0D735-3F76-46A9-BFAA-BD3B16573CAE}" srcOrd="2" destOrd="0" parTransId="{C39B1A49-F15D-4949-8E7C-79297FC38636}" sibTransId="{80752BDF-EEA7-4E89-9CB4-6204AACACEFC}"/>
    <dgm:cxn modelId="{819F8E84-09DE-4858-A174-F8FFB1CD72EC}" type="presOf" srcId="{CB8086C9-BEB9-4FD3-BACD-58703BDD414F}" destId="{3AA8D0F3-B1A2-4EC2-ABC1-38DA276863D2}" srcOrd="0" destOrd="0" presId="urn:microsoft.com/office/officeart/2005/8/layout/process4"/>
    <dgm:cxn modelId="{776E2685-0A21-404D-B66A-6B62DF07D32D}" srcId="{350C5C4E-6775-4AEC-B1AA-BEE4A6F0B79D}" destId="{28FB643E-6727-4B20-859F-C22207F9F375}" srcOrd="3" destOrd="0" parTransId="{D72D9D77-7297-4457-AAE0-5286F6E4D16B}" sibTransId="{58E8C185-58C9-47AC-9E58-958783E03F9E}"/>
    <dgm:cxn modelId="{53E93A88-EE37-4B62-B482-596D8C7B0DD1}" srcId="{CB8086C9-BEB9-4FD3-BACD-58703BDD414F}" destId="{AA7E088C-333B-4FA2-B820-97828E334AC5}" srcOrd="0" destOrd="0" parTransId="{AD0BB5DC-4A8D-4BF9-B248-51159D3EF49E}" sibTransId="{DBBCD89C-218F-43A3-8F72-FC01E54D3C8F}"/>
    <dgm:cxn modelId="{D1CEF79C-AA74-4DF7-AF08-F80C46141C36}" type="presOf" srcId="{28FB643E-6727-4B20-859F-C22207F9F375}" destId="{21D879B6-B453-4B73-A6FE-9481E8093830}" srcOrd="0" destOrd="0" presId="urn:microsoft.com/office/officeart/2005/8/layout/process4"/>
    <dgm:cxn modelId="{3ED92CAC-2D42-4DDA-AA29-A83EFBF1A2B0}" type="presOf" srcId="{88F0D735-3F76-46A9-BFAA-BD3B16573CAE}" destId="{58AE742B-9AC2-4AF6-873A-208F11753FFD}" srcOrd="0" destOrd="0" presId="urn:microsoft.com/office/officeart/2005/8/layout/process4"/>
    <dgm:cxn modelId="{747A01AF-6E2C-413E-931E-9217DCA5B6D3}" type="presOf" srcId="{BED64416-341A-44E3-8ABC-3BB6C9D20302}" destId="{907CE766-C773-4795-99A6-A17628976BAF}" srcOrd="0" destOrd="0" presId="urn:microsoft.com/office/officeart/2005/8/layout/process4"/>
    <dgm:cxn modelId="{D84CDDEA-D8E0-41C0-926F-EA1CB4E85D4E}" srcId="{350C5C4E-6775-4AEC-B1AA-BEE4A6F0B79D}" destId="{BED64416-341A-44E3-8ABC-3BB6C9D20302}" srcOrd="0" destOrd="0" parTransId="{7A651344-FD96-4381-94E1-1F6ADC95564F}" sibTransId="{BD17B37C-2FB1-4415-BA96-9A0B5D88A51C}"/>
    <dgm:cxn modelId="{2F5E3DF3-D534-45FA-8C48-1CCFD0A56118}" srcId="{350C5C4E-6775-4AEC-B1AA-BEE4A6F0B79D}" destId="{DF5AFB0F-F0A5-4484-907C-1FEABA421A38}" srcOrd="1" destOrd="0" parTransId="{1C16F084-6766-416F-92CA-72B95864DC3D}" sibTransId="{2837CFDE-C6D6-4A91-8AAC-AD5E357A22A0}"/>
    <dgm:cxn modelId="{019F9CFC-47C9-4BE7-9648-817DBC6002A9}" type="presOf" srcId="{AA7E088C-333B-4FA2-B820-97828E334AC5}" destId="{54E9CADA-4890-45C0-B3B7-AB51215D2BDC}" srcOrd="0" destOrd="0" presId="urn:microsoft.com/office/officeart/2005/8/layout/process4"/>
    <dgm:cxn modelId="{F620774B-B2F6-47FB-8166-34EA9B131E40}" type="presParOf" srcId="{3AA8D0F3-B1A2-4EC2-ABC1-38DA276863D2}" destId="{89746A40-1864-4ED8-B9E8-DB6C6BDE393E}" srcOrd="0" destOrd="0" presId="urn:microsoft.com/office/officeart/2005/8/layout/process4"/>
    <dgm:cxn modelId="{B5251783-34B8-4906-A930-CDEF2F1AB73D}" type="presParOf" srcId="{89746A40-1864-4ED8-B9E8-DB6C6BDE393E}" destId="{F7B31B44-7E5C-49AF-9209-8E5C598A7E5F}" srcOrd="0" destOrd="0" presId="urn:microsoft.com/office/officeart/2005/8/layout/process4"/>
    <dgm:cxn modelId="{5C1F6B8B-EEEB-41C7-9769-815773E81DA1}" type="presParOf" srcId="{3AA8D0F3-B1A2-4EC2-ABC1-38DA276863D2}" destId="{B4079426-4B72-4710-A3ED-9F5B7BCDEEA6}" srcOrd="1" destOrd="0" presId="urn:microsoft.com/office/officeart/2005/8/layout/process4"/>
    <dgm:cxn modelId="{16FD8FA7-BC04-4E5D-90EF-1282AC3C4E2C}" type="presParOf" srcId="{3AA8D0F3-B1A2-4EC2-ABC1-38DA276863D2}" destId="{25CC4A63-65E0-4FC2-A74F-877F9B26B7AF}" srcOrd="2" destOrd="0" presId="urn:microsoft.com/office/officeart/2005/8/layout/process4"/>
    <dgm:cxn modelId="{56C04B29-F229-4830-9FFE-C897E72DBAA2}" type="presParOf" srcId="{25CC4A63-65E0-4FC2-A74F-877F9B26B7AF}" destId="{B6872327-D031-466A-9F8B-0AF3C4DAD6FC}" srcOrd="0" destOrd="0" presId="urn:microsoft.com/office/officeart/2005/8/layout/process4"/>
    <dgm:cxn modelId="{D67AAC9B-AA58-4A41-833A-E2BCEC9596CD}" type="presParOf" srcId="{25CC4A63-65E0-4FC2-A74F-877F9B26B7AF}" destId="{28472D11-36EB-4118-90A7-4AFB29FE9467}" srcOrd="1" destOrd="0" presId="urn:microsoft.com/office/officeart/2005/8/layout/process4"/>
    <dgm:cxn modelId="{C4B8BBCB-C8A8-4533-9B89-BC838973A397}" type="presParOf" srcId="{25CC4A63-65E0-4FC2-A74F-877F9B26B7AF}" destId="{FA003223-6A9E-4B87-8045-AAF6B6598FDF}" srcOrd="2" destOrd="0" presId="urn:microsoft.com/office/officeart/2005/8/layout/process4"/>
    <dgm:cxn modelId="{EA5A9BDA-FA6D-4186-9C33-86DFBED105C7}" type="presParOf" srcId="{FA003223-6A9E-4B87-8045-AAF6B6598FDF}" destId="{907CE766-C773-4795-99A6-A17628976BAF}" srcOrd="0" destOrd="0" presId="urn:microsoft.com/office/officeart/2005/8/layout/process4"/>
    <dgm:cxn modelId="{763E9ABA-41B9-4ADD-A618-B7868388BCB7}" type="presParOf" srcId="{FA003223-6A9E-4B87-8045-AAF6B6598FDF}" destId="{E3552837-76CD-4869-BCC8-30381C8A90EE}" srcOrd="1" destOrd="0" presId="urn:microsoft.com/office/officeart/2005/8/layout/process4"/>
    <dgm:cxn modelId="{57BB7221-85FB-4121-A558-EA06F27A4F74}" type="presParOf" srcId="{FA003223-6A9E-4B87-8045-AAF6B6598FDF}" destId="{58AE742B-9AC2-4AF6-873A-208F11753FFD}" srcOrd="2" destOrd="0" presId="urn:microsoft.com/office/officeart/2005/8/layout/process4"/>
    <dgm:cxn modelId="{FCFDD479-541B-4012-AE0F-63A8EEDCA129}" type="presParOf" srcId="{FA003223-6A9E-4B87-8045-AAF6B6598FDF}" destId="{21D879B6-B453-4B73-A6FE-9481E8093830}" srcOrd="3" destOrd="0" presId="urn:microsoft.com/office/officeart/2005/8/layout/process4"/>
    <dgm:cxn modelId="{416D629B-4ECD-44A3-A3A6-9520F977A45F}" type="presParOf" srcId="{3AA8D0F3-B1A2-4EC2-ABC1-38DA276863D2}" destId="{9483CBE2-C3A2-4033-B156-7A3654CEAC85}" srcOrd="3" destOrd="0" presId="urn:microsoft.com/office/officeart/2005/8/layout/process4"/>
    <dgm:cxn modelId="{304A077F-C105-42CD-82AA-1D160D9AD72A}" type="presParOf" srcId="{3AA8D0F3-B1A2-4EC2-ABC1-38DA276863D2}" destId="{B8B3D371-7E1A-4561-A43C-D32DFF3EAE2F}" srcOrd="4" destOrd="0" presId="urn:microsoft.com/office/officeart/2005/8/layout/process4"/>
    <dgm:cxn modelId="{7A9B97DA-FD21-4E75-A5F6-F98C12EC276D}" type="presParOf" srcId="{B8B3D371-7E1A-4561-A43C-D32DFF3EAE2F}" destId="{54E9CADA-4890-45C0-B3B7-AB51215D2BDC}" srcOrd="0" destOrd="0" presId="urn:microsoft.com/office/officeart/2005/8/layout/process4"/>
    <dgm:cxn modelId="{4FDD3038-C634-4BA3-8CB0-F94346BBDEC0}" type="presParOf" srcId="{B8B3D371-7E1A-4561-A43C-D32DFF3EAE2F}" destId="{054A8070-DE57-43D5-9EE8-60CAFE6F03A3}" srcOrd="1" destOrd="0" presId="urn:microsoft.com/office/officeart/2005/8/layout/process4"/>
    <dgm:cxn modelId="{E93EC298-0018-4E4F-8F94-3D462C2080F2}" type="presParOf" srcId="{B8B3D371-7E1A-4561-A43C-D32DFF3EAE2F}" destId="{D97172A3-0E75-4A14-B2D5-7B1BCB809B71}" srcOrd="2" destOrd="0" presId="urn:microsoft.com/office/officeart/2005/8/layout/process4"/>
    <dgm:cxn modelId="{88871378-496A-403B-A0AE-6F3D1EF8D925}" type="presParOf" srcId="{D97172A3-0E75-4A14-B2D5-7B1BCB809B71}" destId="{94E21E00-D998-49E6-BA1C-DD1506FE30A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31B44-7E5C-49AF-9209-8E5C598A7E5F}">
      <dsp:nvSpPr>
        <dsp:cNvPr id="0" name=""/>
        <dsp:cNvSpPr/>
      </dsp:nvSpPr>
      <dsp:spPr>
        <a:xfrm>
          <a:off x="0" y="3441586"/>
          <a:ext cx="5105400" cy="11296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Access to resources made available by the OS</a:t>
          </a:r>
          <a:endParaRPr lang="en-US" sz="2100" kern="1200"/>
        </a:p>
      </dsp:txBody>
      <dsp:txXfrm>
        <a:off x="0" y="3441586"/>
        <a:ext cx="5105400" cy="1129605"/>
      </dsp:txXfrm>
    </dsp:sp>
    <dsp:sp modelId="{28472D11-36EB-4118-90A7-4AFB29FE9467}">
      <dsp:nvSpPr>
        <dsp:cNvPr id="0" name=""/>
        <dsp:cNvSpPr/>
      </dsp:nvSpPr>
      <dsp:spPr>
        <a:xfrm rot="10800000">
          <a:off x="0" y="1721197"/>
          <a:ext cx="5105400" cy="1737333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Program needs resources to execute</a:t>
          </a:r>
          <a:endParaRPr lang="en-US" sz="2100" kern="1200"/>
        </a:p>
      </dsp:txBody>
      <dsp:txXfrm rot="-10800000">
        <a:off x="0" y="1721197"/>
        <a:ext cx="5105400" cy="609803"/>
      </dsp:txXfrm>
    </dsp:sp>
    <dsp:sp modelId="{907CE766-C773-4795-99A6-A17628976BAF}">
      <dsp:nvSpPr>
        <dsp:cNvPr id="0" name=""/>
        <dsp:cNvSpPr/>
      </dsp:nvSpPr>
      <dsp:spPr>
        <a:xfrm>
          <a:off x="0" y="2331001"/>
          <a:ext cx="1276350" cy="5194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CPU</a:t>
          </a:r>
          <a:endParaRPr lang="en-US" sz="1100" kern="1200"/>
        </a:p>
      </dsp:txBody>
      <dsp:txXfrm>
        <a:off x="0" y="2331001"/>
        <a:ext cx="1276350" cy="519462"/>
      </dsp:txXfrm>
    </dsp:sp>
    <dsp:sp modelId="{E3552837-76CD-4869-BCC8-30381C8A90EE}">
      <dsp:nvSpPr>
        <dsp:cNvPr id="0" name=""/>
        <dsp:cNvSpPr/>
      </dsp:nvSpPr>
      <dsp:spPr>
        <a:xfrm>
          <a:off x="1276350" y="2331001"/>
          <a:ext cx="1276350" cy="5194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Memory</a:t>
          </a:r>
          <a:endParaRPr lang="en-US" sz="1100" kern="1200"/>
        </a:p>
      </dsp:txBody>
      <dsp:txXfrm>
        <a:off x="1276350" y="2331001"/>
        <a:ext cx="1276350" cy="519462"/>
      </dsp:txXfrm>
    </dsp:sp>
    <dsp:sp modelId="{58AE742B-9AC2-4AF6-873A-208F11753FFD}">
      <dsp:nvSpPr>
        <dsp:cNvPr id="0" name=""/>
        <dsp:cNvSpPr/>
      </dsp:nvSpPr>
      <dsp:spPr>
        <a:xfrm>
          <a:off x="2552700" y="2331001"/>
          <a:ext cx="1276350" cy="5194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Storage (where the program resides)</a:t>
          </a:r>
          <a:endParaRPr lang="en-US" sz="1100" kern="1200"/>
        </a:p>
      </dsp:txBody>
      <dsp:txXfrm>
        <a:off x="2552700" y="2331001"/>
        <a:ext cx="1276350" cy="519462"/>
      </dsp:txXfrm>
    </dsp:sp>
    <dsp:sp modelId="{21D879B6-B453-4B73-A6FE-9481E8093830}">
      <dsp:nvSpPr>
        <dsp:cNvPr id="0" name=""/>
        <dsp:cNvSpPr/>
      </dsp:nvSpPr>
      <dsp:spPr>
        <a:xfrm>
          <a:off x="3829050" y="2331001"/>
          <a:ext cx="1276350" cy="5194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Possibly network</a:t>
          </a:r>
          <a:endParaRPr lang="en-US" sz="1100" kern="1200"/>
        </a:p>
      </dsp:txBody>
      <dsp:txXfrm>
        <a:off x="3829050" y="2331001"/>
        <a:ext cx="1276350" cy="519462"/>
      </dsp:txXfrm>
    </dsp:sp>
    <dsp:sp modelId="{054A8070-DE57-43D5-9EE8-60CAFE6F03A3}">
      <dsp:nvSpPr>
        <dsp:cNvPr id="0" name=""/>
        <dsp:cNvSpPr/>
      </dsp:nvSpPr>
      <dsp:spPr>
        <a:xfrm rot="10800000">
          <a:off x="0" y="808"/>
          <a:ext cx="5105400" cy="1737333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You write a complex program</a:t>
          </a:r>
          <a:endParaRPr lang="en-US" sz="2100" kern="1200" dirty="0"/>
        </a:p>
      </dsp:txBody>
      <dsp:txXfrm rot="-10800000">
        <a:off x="0" y="808"/>
        <a:ext cx="5105400" cy="609803"/>
      </dsp:txXfrm>
    </dsp:sp>
    <dsp:sp modelId="{94E21E00-D998-49E6-BA1C-DD1506FE30A2}">
      <dsp:nvSpPr>
        <dsp:cNvPr id="0" name=""/>
        <dsp:cNvSpPr/>
      </dsp:nvSpPr>
      <dsp:spPr>
        <a:xfrm>
          <a:off x="0" y="610612"/>
          <a:ext cx="5105400" cy="5194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Helloworld.exe</a:t>
          </a:r>
          <a:endParaRPr lang="en-US" sz="1100" kern="1200"/>
        </a:p>
      </dsp:txBody>
      <dsp:txXfrm>
        <a:off x="0" y="610612"/>
        <a:ext cx="5105400" cy="519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B5E84-A3C6-7A47-AEDB-E73F6F7FDBB4}" type="datetimeFigureOut">
              <a:rPr lang="en-GB" smtClean="0"/>
              <a:t>21/08/2025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0612E-9169-6B42-AF4C-1B04488A6F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305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1968E-B926-1749-8FA0-27A62C0B1461}" type="datetimeFigureOut">
              <a:rPr lang="en-GB" smtClean="0"/>
              <a:t>21/08/2025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4F74B-1395-9B4C-A88B-8296CCACF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71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More than 10k members! You should join!</a:t>
            </a:r>
          </a:p>
          <a:p>
            <a:endParaRPr lang="en-AU" dirty="0"/>
          </a:p>
          <a:p>
            <a:r>
              <a:rPr lang="en-AU" baseline="0" dirty="0"/>
              <a:t>Of the total contributors, 800-900 are still active, which shows that people stick around.</a:t>
            </a:r>
          </a:p>
          <a:p>
            <a:endParaRPr lang="en-AU" baseline="0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Even had downloads from Antarctica</a:t>
            </a:r>
            <a:r>
              <a:rPr lang="en-AU" baseline="0" dirty="0"/>
              <a:t>!</a:t>
            </a:r>
          </a:p>
          <a:p>
            <a:endParaRPr lang="en-AU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79026-00DC-BC43-A904-FFBBBBFC408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93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614DF-A552-9F47-A027-B61177BB8610}" type="slidenum">
              <a:rPr kumimoji="0" lang="en-AU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89650" cy="3425825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lIns="92075" tIns="46038" rIns="92075" bIns="46038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588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28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83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2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96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85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29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14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6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675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63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45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7910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22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383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031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544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19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8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myaccount.blob.core.windows.net/container/object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</a:t>
            </a:r>
            <a:r>
              <a:rPr lang="en-US"/>
              <a:t>3 : IaaS </a:t>
            </a:r>
            <a:r>
              <a:rPr lang="en-US" dirty="0"/>
              <a:t>Programming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K. V. Subramaniam</a:t>
            </a:r>
          </a:p>
        </p:txBody>
      </p:sp>
    </p:spTree>
    <p:extLst>
      <p:ext uri="{BB962C8B-B14F-4D97-AF65-F5344CB8AC3E}">
        <p14:creationId xmlns:p14="http://schemas.microsoft.com/office/powerpoint/2010/main" val="639527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Business drivers for IaaS clouds</a:t>
            </a:r>
          </a:p>
          <a:p>
            <a:endParaRPr lang="en-US" dirty="0"/>
          </a:p>
          <a:p>
            <a:r>
              <a:rPr lang="en-US" dirty="0"/>
              <a:t>IaaS  Programming Model</a:t>
            </a:r>
          </a:p>
          <a:p>
            <a:endParaRPr lang="en-US" dirty="0"/>
          </a:p>
          <a:p>
            <a:r>
              <a:rPr lang="en-US" dirty="0"/>
              <a:t>Components of an IaaS solution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What is Openstack?">
            <a:extLst>
              <a:ext uri="{FF2B5EF4-FFF2-40B4-BE49-F238E27FC236}">
                <a16:creationId xmlns:a16="http://schemas.microsoft.com/office/drawing/2014/main" id="{73301564-2C46-E9DA-CED9-29601C26A4D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74551"/>
            <a:ext cx="4395788" cy="230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755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Low Angle View Of Clouds In Sky">
            <a:extLst>
              <a:ext uri="{FF2B5EF4-FFF2-40B4-BE49-F238E27FC236}">
                <a16:creationId xmlns:a16="http://schemas.microsoft.com/office/drawing/2014/main" id="{0B5C412E-A5DC-DC69-601B-2A1A790103F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005" r="-1" b="21305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1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Why do we need IaaS clouds?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917" y="5722374"/>
            <a:ext cx="10407602" cy="48792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69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The Old Model</a:t>
            </a:r>
            <a:endParaRPr lang="fr-CA" dirty="0">
              <a:solidFill>
                <a:srgbClr val="325576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2400" dirty="0"/>
              <a:t>Each application is assigned a server</a:t>
            </a:r>
          </a:p>
          <a:p>
            <a:r>
              <a:rPr lang="en-IN" sz="2400" dirty="0"/>
              <a:t>Easy of maintenance</a:t>
            </a:r>
          </a:p>
          <a:p>
            <a:pPr lvl="1"/>
            <a:r>
              <a:rPr lang="en-IN" sz="2200" dirty="0"/>
              <a:t>Software and hardware are tightly coupled</a:t>
            </a:r>
          </a:p>
          <a:p>
            <a:endParaRPr lang="en-IN" sz="2400" dirty="0"/>
          </a:p>
          <a:p>
            <a:r>
              <a:rPr lang="en-IN" sz="2400" dirty="0"/>
              <a:t>Underutilised resources introduce real cost into the infrastructure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2112EE-E8D1-0D9D-3353-20FC64BA292B}"/>
              </a:ext>
            </a:extLst>
          </p:cNvPr>
          <p:cNvGrpSpPr/>
          <p:nvPr/>
        </p:nvGrpSpPr>
        <p:grpSpPr>
          <a:xfrm>
            <a:off x="6142714" y="1822532"/>
            <a:ext cx="3908120" cy="2901867"/>
            <a:chOff x="7493479" y="2133600"/>
            <a:chExt cx="4488612" cy="349226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6708E19-D0E5-1C09-58B7-FF9D27F44BBC}"/>
                </a:ext>
              </a:extLst>
            </p:cNvPr>
            <p:cNvSpPr/>
            <p:nvPr/>
          </p:nvSpPr>
          <p:spPr>
            <a:xfrm>
              <a:off x="7569679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CPU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5ADB891-FC35-C180-506B-E3F59F19B0C2}"/>
                </a:ext>
              </a:extLst>
            </p:cNvPr>
            <p:cNvSpPr/>
            <p:nvPr/>
          </p:nvSpPr>
          <p:spPr>
            <a:xfrm>
              <a:off x="8712679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Mem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EBF9AE-6676-71B2-015B-CC6945284739}"/>
                </a:ext>
              </a:extLst>
            </p:cNvPr>
            <p:cNvSpPr/>
            <p:nvPr/>
          </p:nvSpPr>
          <p:spPr>
            <a:xfrm>
              <a:off x="9884434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Storage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86620A-839F-2EC0-C0CE-7995D4385665}"/>
                </a:ext>
              </a:extLst>
            </p:cNvPr>
            <p:cNvSpPr/>
            <p:nvPr/>
          </p:nvSpPr>
          <p:spPr>
            <a:xfrm>
              <a:off x="10991491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Network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3964A6-62B4-C256-9680-CE1FD8CDC43C}"/>
                </a:ext>
              </a:extLst>
            </p:cNvPr>
            <p:cNvSpPr/>
            <p:nvPr/>
          </p:nvSpPr>
          <p:spPr>
            <a:xfrm>
              <a:off x="7493479" y="3048000"/>
              <a:ext cx="4488612" cy="1676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Operating System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8A52C3-AB6F-BAF8-7E5B-39E138A68751}"/>
                </a:ext>
              </a:extLst>
            </p:cNvPr>
            <p:cNvSpPr/>
            <p:nvPr/>
          </p:nvSpPr>
          <p:spPr>
            <a:xfrm>
              <a:off x="7493479" y="2133600"/>
              <a:ext cx="4488612" cy="6858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Application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98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The New (1960s) Model</a:t>
            </a:r>
            <a:endParaRPr lang="fr-CA" dirty="0">
              <a:solidFill>
                <a:srgbClr val="325576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2000" dirty="0"/>
              <a:t>Physical hardware is abstracted by a virtualisation layer, or hypervisor</a:t>
            </a:r>
          </a:p>
          <a:p>
            <a:r>
              <a:rPr lang="en-IN" sz="2000" dirty="0"/>
              <a:t>Manage OS and application as a single unit by encapsulating them into virtual machines</a:t>
            </a:r>
          </a:p>
          <a:p>
            <a:r>
              <a:rPr lang="en-IN" sz="2000" dirty="0"/>
              <a:t>Separate OS and hardware and break hardware dependencies</a:t>
            </a:r>
          </a:p>
          <a:p>
            <a:r>
              <a:rPr lang="en-IN" sz="2000" dirty="0"/>
              <a:t>Optimize utilization levels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5B3BB2-66AF-2D31-2D9D-ED6CF579EB50}"/>
              </a:ext>
            </a:extLst>
          </p:cNvPr>
          <p:cNvGrpSpPr/>
          <p:nvPr/>
        </p:nvGrpSpPr>
        <p:grpSpPr>
          <a:xfrm>
            <a:off x="6096000" y="1822533"/>
            <a:ext cx="2943357" cy="2577860"/>
            <a:chOff x="7493479" y="2133600"/>
            <a:chExt cx="4488612" cy="34922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EEB385-438B-ACDC-9372-467506A955E5}"/>
                </a:ext>
              </a:extLst>
            </p:cNvPr>
            <p:cNvSpPr/>
            <p:nvPr/>
          </p:nvSpPr>
          <p:spPr>
            <a:xfrm>
              <a:off x="7569679" y="5092460"/>
              <a:ext cx="990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CPU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117678-B442-244B-4293-80AA51E6EBCB}"/>
                </a:ext>
              </a:extLst>
            </p:cNvPr>
            <p:cNvSpPr/>
            <p:nvPr/>
          </p:nvSpPr>
          <p:spPr>
            <a:xfrm>
              <a:off x="8712679" y="5092460"/>
              <a:ext cx="990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Mem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381273-4DBF-10A8-C67E-9A4BAFD3DEF3}"/>
                </a:ext>
              </a:extLst>
            </p:cNvPr>
            <p:cNvSpPr/>
            <p:nvPr/>
          </p:nvSpPr>
          <p:spPr>
            <a:xfrm>
              <a:off x="9884434" y="5092460"/>
              <a:ext cx="990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Storage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0506F5-90B6-C76B-908D-4C0B8629C50B}"/>
                </a:ext>
              </a:extLst>
            </p:cNvPr>
            <p:cNvSpPr/>
            <p:nvPr/>
          </p:nvSpPr>
          <p:spPr>
            <a:xfrm>
              <a:off x="10991491" y="5092460"/>
              <a:ext cx="990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Network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9127C5-7929-3E07-CAA0-1F93288D3705}"/>
                </a:ext>
              </a:extLst>
            </p:cNvPr>
            <p:cNvSpPr/>
            <p:nvPr/>
          </p:nvSpPr>
          <p:spPr>
            <a:xfrm>
              <a:off x="7493479" y="3048000"/>
              <a:ext cx="4488612" cy="1676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Operating System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C1D470-193F-ACAA-DFAD-B0215DD9886E}"/>
                </a:ext>
              </a:extLst>
            </p:cNvPr>
            <p:cNvSpPr/>
            <p:nvPr/>
          </p:nvSpPr>
          <p:spPr>
            <a:xfrm>
              <a:off x="7493479" y="2133600"/>
              <a:ext cx="4488612" cy="6858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Application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65CF80-CBB4-77BA-46DF-7F32CE6392A6}"/>
              </a:ext>
            </a:extLst>
          </p:cNvPr>
          <p:cNvGrpSpPr/>
          <p:nvPr/>
        </p:nvGrpSpPr>
        <p:grpSpPr>
          <a:xfrm>
            <a:off x="9175504" y="1827309"/>
            <a:ext cx="2943357" cy="2577860"/>
            <a:chOff x="7493479" y="2133600"/>
            <a:chExt cx="4488612" cy="34922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D98735-6224-AAD8-22F4-EF8CAC655C09}"/>
                </a:ext>
              </a:extLst>
            </p:cNvPr>
            <p:cNvSpPr/>
            <p:nvPr/>
          </p:nvSpPr>
          <p:spPr>
            <a:xfrm>
              <a:off x="7569679" y="5092460"/>
              <a:ext cx="990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CPU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6DFFB5-4483-FE45-3B08-49BAE2D6DEEE}"/>
                </a:ext>
              </a:extLst>
            </p:cNvPr>
            <p:cNvSpPr/>
            <p:nvPr/>
          </p:nvSpPr>
          <p:spPr>
            <a:xfrm>
              <a:off x="8712679" y="5092460"/>
              <a:ext cx="990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Mem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0E724D-863C-658F-62DE-DCFE5D6BE112}"/>
                </a:ext>
              </a:extLst>
            </p:cNvPr>
            <p:cNvSpPr/>
            <p:nvPr/>
          </p:nvSpPr>
          <p:spPr>
            <a:xfrm>
              <a:off x="9884434" y="5092460"/>
              <a:ext cx="990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Storage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1654A4-12CE-B84B-09EE-AE858D76CD22}"/>
                </a:ext>
              </a:extLst>
            </p:cNvPr>
            <p:cNvSpPr/>
            <p:nvPr/>
          </p:nvSpPr>
          <p:spPr>
            <a:xfrm>
              <a:off x="10991491" y="5092460"/>
              <a:ext cx="990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Network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A6F464F-4D6B-4113-960E-C83CCAC69F03}"/>
                </a:ext>
              </a:extLst>
            </p:cNvPr>
            <p:cNvSpPr/>
            <p:nvPr/>
          </p:nvSpPr>
          <p:spPr>
            <a:xfrm>
              <a:off x="7493479" y="3048000"/>
              <a:ext cx="4488612" cy="1676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Operating System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F838BF-0D53-864C-76EB-56040263DC9F}"/>
                </a:ext>
              </a:extLst>
            </p:cNvPr>
            <p:cNvSpPr/>
            <p:nvPr/>
          </p:nvSpPr>
          <p:spPr>
            <a:xfrm>
              <a:off x="7493479" y="2133600"/>
              <a:ext cx="4488612" cy="6858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Application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8C503E0-9E12-C94E-0E91-1FEC359BDBDC}"/>
              </a:ext>
            </a:extLst>
          </p:cNvPr>
          <p:cNvSpPr/>
          <p:nvPr/>
        </p:nvSpPr>
        <p:spPr>
          <a:xfrm>
            <a:off x="6215064" y="5161472"/>
            <a:ext cx="1151163" cy="393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CPU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9E16F6-CE47-F499-1D14-73A893B95261}"/>
              </a:ext>
            </a:extLst>
          </p:cNvPr>
          <p:cNvSpPr/>
          <p:nvPr/>
        </p:nvSpPr>
        <p:spPr>
          <a:xfrm>
            <a:off x="7814847" y="5161472"/>
            <a:ext cx="1151163" cy="393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A3B18D-CB29-1563-5B4C-F5CCF2F779F8}"/>
              </a:ext>
            </a:extLst>
          </p:cNvPr>
          <p:cNvSpPr/>
          <p:nvPr/>
        </p:nvSpPr>
        <p:spPr>
          <a:xfrm>
            <a:off x="9367916" y="5161472"/>
            <a:ext cx="1151163" cy="393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Storage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92D1C0-D08D-7A42-9DE6-E3414C97C37F}"/>
              </a:ext>
            </a:extLst>
          </p:cNvPr>
          <p:cNvSpPr/>
          <p:nvPr/>
        </p:nvSpPr>
        <p:spPr>
          <a:xfrm>
            <a:off x="10963385" y="5161471"/>
            <a:ext cx="1151163" cy="393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Network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F9611F-3BEA-DFC4-6E6D-2AADBFE1668C}"/>
              </a:ext>
            </a:extLst>
          </p:cNvPr>
          <p:cNvSpPr/>
          <p:nvPr/>
        </p:nvSpPr>
        <p:spPr>
          <a:xfrm>
            <a:off x="6145967" y="4584064"/>
            <a:ext cx="5972894" cy="393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Virtualization Layer</a:t>
            </a:r>
          </a:p>
        </p:txBody>
      </p:sp>
    </p:spTree>
    <p:extLst>
      <p:ext uri="{BB962C8B-B14F-4D97-AF65-F5344CB8AC3E}">
        <p14:creationId xmlns:p14="http://schemas.microsoft.com/office/powerpoint/2010/main" val="10504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Increased Hardware Utilization</a:t>
            </a:r>
            <a:endParaRPr lang="fr-CA" dirty="0">
              <a:solidFill>
                <a:srgbClr val="325576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56442" y="1421214"/>
            <a:ext cx="4059115" cy="502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Before Virtualization</a:t>
            </a:r>
          </a:p>
          <a:p>
            <a:pPr marL="800100" lvl="1" indent="-342900" defTabSz="9144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GB" sz="2400" dirty="0"/>
              <a:t>Server utilization : 10-30%</a:t>
            </a: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After </a:t>
            </a:r>
            <a:r>
              <a:rPr lang="en-GB" sz="2400" dirty="0"/>
              <a:t>Virtualization :</a:t>
            </a:r>
          </a:p>
          <a:p>
            <a:pPr marL="800100" lvl="1" indent="-342900" defTabSz="9144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GB" sz="2400" dirty="0"/>
              <a:t>60-80% of hardware capacity</a:t>
            </a:r>
          </a:p>
          <a:p>
            <a:pPr marL="800100" lvl="1" indent="-342900" defTabSz="9144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 defTabSz="9144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lang="en-GB" sz="2400" dirty="0"/>
          </a:p>
          <a:p>
            <a:pPr marL="800100" lvl="1" indent="-342900" defTabSz="9144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 defTabSz="9144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lang="en-GB" sz="1200" dirty="0"/>
              <a:t>Source:</a:t>
            </a:r>
          </a:p>
          <a:p>
            <a:pPr marL="800100" lvl="1" indent="-342900" defTabSz="9144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Copilo</a:t>
            </a:r>
            <a:r>
              <a:rPr lang="en-GB" sz="1200" dirty="0"/>
              <a:t>t summary from multiple research papers.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F60FD-1134-6CA0-B40C-F1D6B34C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214" y="1751890"/>
            <a:ext cx="7277100" cy="436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4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IaaS</a:t>
            </a:r>
            <a:r>
              <a:rPr lang="en-IN" dirty="0"/>
              <a:t> Programming Model 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6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Infrastructure as a Service (IaaS)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294967295"/>
          </p:nvPr>
        </p:nvSpPr>
        <p:spPr>
          <a:xfrm>
            <a:off x="0" y="5461000"/>
            <a:ext cx="9525000" cy="12065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NIST definition: The capability provided to the consumer is to provision </a:t>
            </a:r>
            <a:r>
              <a:rPr lang="en-US" u="sng" dirty="0"/>
              <a:t>processing</a:t>
            </a:r>
            <a:r>
              <a:rPr lang="en-US" dirty="0"/>
              <a:t>, </a:t>
            </a:r>
            <a:r>
              <a:rPr lang="en-US" u="sng" dirty="0"/>
              <a:t>storage</a:t>
            </a:r>
            <a:r>
              <a:rPr lang="en-US" dirty="0"/>
              <a:t>, </a:t>
            </a:r>
            <a:r>
              <a:rPr lang="en-US" u="sng" dirty="0"/>
              <a:t>networks</a:t>
            </a:r>
            <a:r>
              <a:rPr lang="en-US" dirty="0"/>
              <a:t>, and other fundamental computing resources where the </a:t>
            </a:r>
            <a:r>
              <a:rPr lang="en-US" u="sng" dirty="0"/>
              <a:t>consumer is able to deploy and run arbitrary software, which can include operating systems and applications</a:t>
            </a:r>
          </a:p>
        </p:txBody>
      </p:sp>
      <p:pic>
        <p:nvPicPr>
          <p:cNvPr id="5" name="Content Placeholder 6" descr="IaaS.jpg">
            <a:extLst>
              <a:ext uri="{FF2B5EF4-FFF2-40B4-BE49-F238E27FC236}">
                <a16:creationId xmlns:a16="http://schemas.microsoft.com/office/drawing/2014/main" id="{8720AB71-9C1E-AC6E-51A0-7596A0E2B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52600" y="2294270"/>
            <a:ext cx="6667500" cy="2819400"/>
          </a:xfrm>
        </p:spPr>
      </p:pic>
    </p:spTree>
    <p:extLst>
      <p:ext uri="{BB962C8B-B14F-4D97-AF65-F5344CB8AC3E}">
        <p14:creationId xmlns:p14="http://schemas.microsoft.com/office/powerpoint/2010/main" val="251395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B923-1828-44D6-BE32-18B9069A0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Model as you know it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E87A928-0159-2DB2-F094-427AD25DE7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19200" y="1783560"/>
          <a:ext cx="5105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E759F79-508F-80EF-7E50-419F252DF37B}"/>
              </a:ext>
            </a:extLst>
          </p:cNvPr>
          <p:cNvGrpSpPr/>
          <p:nvPr/>
        </p:nvGrpSpPr>
        <p:grpSpPr>
          <a:xfrm>
            <a:off x="7234284" y="2166976"/>
            <a:ext cx="3908120" cy="2901867"/>
            <a:chOff x="7493479" y="2133600"/>
            <a:chExt cx="4488612" cy="3492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0F541E-DF1F-0022-18B3-B869F52D33EE}"/>
                </a:ext>
              </a:extLst>
            </p:cNvPr>
            <p:cNvSpPr/>
            <p:nvPr/>
          </p:nvSpPr>
          <p:spPr>
            <a:xfrm>
              <a:off x="7569679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CPU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28945F-1665-22FA-0B4A-61612F8A69BF}"/>
                </a:ext>
              </a:extLst>
            </p:cNvPr>
            <p:cNvSpPr/>
            <p:nvPr/>
          </p:nvSpPr>
          <p:spPr>
            <a:xfrm>
              <a:off x="8712679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Mem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D1868C-2D8A-9274-29ED-B88AFF7D380B}"/>
                </a:ext>
              </a:extLst>
            </p:cNvPr>
            <p:cNvSpPr/>
            <p:nvPr/>
          </p:nvSpPr>
          <p:spPr>
            <a:xfrm>
              <a:off x="9884434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Storage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A45120-A863-A253-49F0-8D38ABE5CD1F}"/>
                </a:ext>
              </a:extLst>
            </p:cNvPr>
            <p:cNvSpPr/>
            <p:nvPr/>
          </p:nvSpPr>
          <p:spPr>
            <a:xfrm>
              <a:off x="10991491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Network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3B22709-4842-8EEB-1633-C0B565F4ECCD}"/>
                </a:ext>
              </a:extLst>
            </p:cNvPr>
            <p:cNvSpPr/>
            <p:nvPr/>
          </p:nvSpPr>
          <p:spPr>
            <a:xfrm>
              <a:off x="7493479" y="3048000"/>
              <a:ext cx="4488612" cy="1676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Operating System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E3F978E-E884-E6F3-A0B7-C3885EE7E615}"/>
                </a:ext>
              </a:extLst>
            </p:cNvPr>
            <p:cNvSpPr/>
            <p:nvPr/>
          </p:nvSpPr>
          <p:spPr>
            <a:xfrm>
              <a:off x="7493479" y="2133600"/>
              <a:ext cx="4488612" cy="6858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HelloWorld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625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8A97F-B1D2-076B-7AAC-DB6825AD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E9DB-1139-D046-B21C-8AA926F0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CEAF-E6F1-0A10-1800-479977C56E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List down what happens below the hood of a machine when you type</a:t>
            </a:r>
          </a:p>
          <a:p>
            <a:r>
              <a:rPr lang="en-IN" dirty="0"/>
              <a:t>./HelloWorld.exe </a:t>
            </a:r>
          </a:p>
          <a:p>
            <a:endParaRPr lang="en-IN" dirty="0"/>
          </a:p>
          <a:p>
            <a:r>
              <a:rPr lang="en-IN" dirty="0"/>
              <a:t>On the prompt?</a:t>
            </a:r>
          </a:p>
          <a:p>
            <a:pPr lvl="1"/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0EE976-C7D0-1678-0565-5F5243A3379E}"/>
              </a:ext>
            </a:extLst>
          </p:cNvPr>
          <p:cNvGrpSpPr/>
          <p:nvPr/>
        </p:nvGrpSpPr>
        <p:grpSpPr>
          <a:xfrm>
            <a:off x="7234284" y="2166976"/>
            <a:ext cx="3908120" cy="2901867"/>
            <a:chOff x="7493479" y="2133600"/>
            <a:chExt cx="4488612" cy="3492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FEC1F5-2182-E366-4A96-92CCDF6C6197}"/>
                </a:ext>
              </a:extLst>
            </p:cNvPr>
            <p:cNvSpPr/>
            <p:nvPr/>
          </p:nvSpPr>
          <p:spPr>
            <a:xfrm>
              <a:off x="7569679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CPU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72036A-90E6-59BD-F4AB-A9F42F98DED4}"/>
                </a:ext>
              </a:extLst>
            </p:cNvPr>
            <p:cNvSpPr/>
            <p:nvPr/>
          </p:nvSpPr>
          <p:spPr>
            <a:xfrm>
              <a:off x="8712679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Mem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8E18E79-5EEB-6180-611B-CC2D163CD22D}"/>
                </a:ext>
              </a:extLst>
            </p:cNvPr>
            <p:cNvSpPr/>
            <p:nvPr/>
          </p:nvSpPr>
          <p:spPr>
            <a:xfrm>
              <a:off x="9884434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Storage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6B7397-F3AF-480C-E041-DA166640713F}"/>
                </a:ext>
              </a:extLst>
            </p:cNvPr>
            <p:cNvSpPr/>
            <p:nvPr/>
          </p:nvSpPr>
          <p:spPr>
            <a:xfrm>
              <a:off x="10991491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Network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211FC6-19C9-8EA2-6481-ED7CF239C8E0}"/>
                </a:ext>
              </a:extLst>
            </p:cNvPr>
            <p:cNvSpPr/>
            <p:nvPr/>
          </p:nvSpPr>
          <p:spPr>
            <a:xfrm>
              <a:off x="7493479" y="3048000"/>
              <a:ext cx="4488612" cy="1676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Operating System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F85C9A8-5261-5F45-2154-6D624CDE97C0}"/>
                </a:ext>
              </a:extLst>
            </p:cNvPr>
            <p:cNvSpPr/>
            <p:nvPr/>
          </p:nvSpPr>
          <p:spPr>
            <a:xfrm>
              <a:off x="7493479" y="2133600"/>
              <a:ext cx="4488612" cy="6858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HelloWorld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1555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B923-1828-44D6-BE32-18B9069A0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D79A7-43BC-4E86-8A4C-2516CDE885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You write a complex program</a:t>
            </a:r>
          </a:p>
          <a:p>
            <a:pPr lvl="1"/>
            <a:r>
              <a:rPr lang="en-IN" dirty="0"/>
              <a:t>Helloworld.exe</a:t>
            </a:r>
          </a:p>
          <a:p>
            <a:r>
              <a:rPr lang="en-IN" dirty="0"/>
              <a:t>Let’s assume that this program needs to run on a virtual machine</a:t>
            </a:r>
          </a:p>
          <a:p>
            <a:r>
              <a:rPr lang="en-IN" dirty="0"/>
              <a:t>How does it get access to</a:t>
            </a:r>
          </a:p>
          <a:p>
            <a:pPr lvl="1"/>
            <a:r>
              <a:rPr lang="en-IN" dirty="0"/>
              <a:t>CPU</a:t>
            </a:r>
          </a:p>
          <a:p>
            <a:pPr lvl="1"/>
            <a:r>
              <a:rPr lang="en-IN" dirty="0"/>
              <a:t>Memory</a:t>
            </a:r>
          </a:p>
          <a:p>
            <a:pPr lvl="1"/>
            <a:r>
              <a:rPr lang="en-IN" dirty="0"/>
              <a:t>Storage (where the program resides)</a:t>
            </a:r>
          </a:p>
          <a:p>
            <a:pPr lvl="1"/>
            <a:r>
              <a:rPr lang="en-IN" dirty="0"/>
              <a:t>Possibly network</a:t>
            </a:r>
          </a:p>
          <a:p>
            <a:pPr lvl="1"/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185C74-F4C4-D9F6-C27A-53C76FDFC55D}"/>
              </a:ext>
            </a:extLst>
          </p:cNvPr>
          <p:cNvGrpSpPr/>
          <p:nvPr/>
        </p:nvGrpSpPr>
        <p:grpSpPr>
          <a:xfrm>
            <a:off x="7234284" y="2166976"/>
            <a:ext cx="3908120" cy="2901867"/>
            <a:chOff x="7493479" y="2133600"/>
            <a:chExt cx="4488612" cy="34922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3B5069-2286-447B-6CCF-A12A4307825B}"/>
                </a:ext>
              </a:extLst>
            </p:cNvPr>
            <p:cNvSpPr/>
            <p:nvPr/>
          </p:nvSpPr>
          <p:spPr>
            <a:xfrm>
              <a:off x="7569679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CPU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91EF8B-BBFF-43E7-A414-67A9A5FCF80E}"/>
                </a:ext>
              </a:extLst>
            </p:cNvPr>
            <p:cNvSpPr/>
            <p:nvPr/>
          </p:nvSpPr>
          <p:spPr>
            <a:xfrm>
              <a:off x="8712679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Mem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553DD4-3524-9D6F-C74A-54A91E139C3E}"/>
                </a:ext>
              </a:extLst>
            </p:cNvPr>
            <p:cNvSpPr/>
            <p:nvPr/>
          </p:nvSpPr>
          <p:spPr>
            <a:xfrm>
              <a:off x="9884434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Storage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A264CD0-0A64-0444-AFFA-6C5C2FC95458}"/>
                </a:ext>
              </a:extLst>
            </p:cNvPr>
            <p:cNvSpPr/>
            <p:nvPr/>
          </p:nvSpPr>
          <p:spPr>
            <a:xfrm>
              <a:off x="10991491" y="5092460"/>
              <a:ext cx="990600" cy="533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Network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442FE2-285A-56C4-E38D-1FE1F9F55BDC}"/>
                </a:ext>
              </a:extLst>
            </p:cNvPr>
            <p:cNvSpPr/>
            <p:nvPr/>
          </p:nvSpPr>
          <p:spPr>
            <a:xfrm>
              <a:off x="7493479" y="3048000"/>
              <a:ext cx="4488612" cy="1676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Operating System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422DAC-E3D7-615D-C5F7-62EFB9DF1E73}"/>
                </a:ext>
              </a:extLst>
            </p:cNvPr>
            <p:cNvSpPr/>
            <p:nvPr/>
          </p:nvSpPr>
          <p:spPr>
            <a:xfrm>
              <a:off x="7493479" y="2133600"/>
              <a:ext cx="4488612" cy="68580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HelloWorld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2616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6085258" y="1581055"/>
            <a:ext cx="5561309" cy="47648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Processing: VMs and Containers: S</a:t>
            </a:r>
            <a:r>
              <a:rPr lang="en-US"/>
              <a:t>haring physical machines</a:t>
            </a:r>
            <a:br>
              <a:rPr lang="en-US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2060575"/>
            <a:ext cx="5118651" cy="4344707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VMs</a:t>
            </a:r>
          </a:p>
          <a:p>
            <a:pPr lvl="1"/>
            <a:r>
              <a:rPr lang="en-IN" dirty="0"/>
              <a:t>Each VM "looks like" an actual physical machine to the software </a:t>
            </a:r>
          </a:p>
          <a:p>
            <a:pPr lvl="1"/>
            <a:r>
              <a:rPr lang="en-IN" dirty="0"/>
              <a:t>Can have its own OS and software </a:t>
            </a:r>
          </a:p>
          <a:p>
            <a:r>
              <a:rPr lang="en-IN" dirty="0"/>
              <a:t>Container</a:t>
            </a:r>
          </a:p>
          <a:p>
            <a:pPr lvl="1"/>
            <a:r>
              <a:rPr lang="en-IN" dirty="0"/>
              <a:t>Uses physical server’s OS</a:t>
            </a:r>
          </a:p>
          <a:p>
            <a:pPr lvl="1"/>
            <a:r>
              <a:rPr lang="en-IN" dirty="0"/>
              <a:t>Actually a sandboxed process</a:t>
            </a:r>
          </a:p>
          <a:p>
            <a:pPr lvl="1"/>
            <a:r>
              <a:rPr lang="en-IN" dirty="0"/>
              <a:t>More lightweight than a VM</a:t>
            </a:r>
          </a:p>
          <a:p>
            <a:r>
              <a:rPr lang="en-IN" dirty="0"/>
              <a:t>VMs or containers may belong to different users </a:t>
            </a:r>
          </a:p>
          <a:p>
            <a:r>
              <a:rPr lang="en-IN" dirty="0"/>
              <a:t>Each VM or container is isolated from other VMs</a:t>
            </a:r>
          </a:p>
          <a:p>
            <a:r>
              <a:rPr lang="en-IN" dirty="0"/>
              <a:t>For now, don't worry about how virtualization works </a:t>
            </a:r>
          </a:p>
          <a:p>
            <a:pPr lvl="1"/>
            <a:r>
              <a:rPr lang="en-IN" dirty="0"/>
              <a:t>We will study that in later classes </a:t>
            </a:r>
          </a:p>
          <a:p>
            <a:pPr lvl="1"/>
            <a:r>
              <a:rPr lang="en-IN" dirty="0"/>
              <a:t>Assume it happens by magic </a:t>
            </a:r>
          </a:p>
          <a:p>
            <a:pPr lvl="1"/>
            <a:r>
              <a:rPr lang="en-IN" dirty="0"/>
              <a:t>Achieved via the hypervisor</a:t>
            </a:r>
          </a:p>
        </p:txBody>
      </p:sp>
      <p:sp>
        <p:nvSpPr>
          <p:cNvPr id="5" name="Cube 4"/>
          <p:cNvSpPr/>
          <p:nvPr/>
        </p:nvSpPr>
        <p:spPr>
          <a:xfrm>
            <a:off x="6934201" y="4196080"/>
            <a:ext cx="1549786" cy="1846141"/>
          </a:xfrm>
          <a:prstGeom prst="cube">
            <a:avLst>
              <a:gd name="adj" fmla="val 177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Container</a:t>
            </a:r>
            <a:endParaRPr lang="en-GB" sz="1600" dirty="0"/>
          </a:p>
        </p:txBody>
      </p:sp>
      <p:sp>
        <p:nvSpPr>
          <p:cNvPr id="6" name="Cube 5"/>
          <p:cNvSpPr/>
          <p:nvPr/>
        </p:nvSpPr>
        <p:spPr>
          <a:xfrm>
            <a:off x="8153890" y="4199112"/>
            <a:ext cx="1112555" cy="1843109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1</a:t>
            </a:r>
          </a:p>
          <a:p>
            <a:pPr algn="ctr"/>
            <a:r>
              <a:rPr lang="en-IN" dirty="0"/>
              <a:t>8 core</a:t>
            </a:r>
          </a:p>
          <a:p>
            <a:pPr algn="ctr"/>
            <a:r>
              <a:rPr lang="en-IN" dirty="0"/>
              <a:t>8 GB </a:t>
            </a:r>
            <a:endParaRPr lang="en-GB" dirty="0"/>
          </a:p>
        </p:txBody>
      </p:sp>
      <p:sp>
        <p:nvSpPr>
          <p:cNvPr id="7" name="Cube 6"/>
          <p:cNvSpPr/>
          <p:nvPr/>
        </p:nvSpPr>
        <p:spPr>
          <a:xfrm>
            <a:off x="8959484" y="2422345"/>
            <a:ext cx="2168184" cy="361987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2</a:t>
            </a:r>
          </a:p>
          <a:p>
            <a:pPr algn="ctr"/>
            <a:r>
              <a:rPr lang="en-IN" dirty="0"/>
              <a:t>16 core</a:t>
            </a:r>
          </a:p>
          <a:p>
            <a:pPr algn="ctr"/>
            <a:r>
              <a:rPr lang="en-IN" dirty="0"/>
              <a:t>16 GB</a:t>
            </a:r>
            <a:endParaRPr lang="en-GB" dirty="0"/>
          </a:p>
        </p:txBody>
      </p:sp>
      <p:sp>
        <p:nvSpPr>
          <p:cNvPr id="9" name="Rounded Rectangle 8"/>
          <p:cNvSpPr/>
          <p:nvPr/>
        </p:nvSpPr>
        <p:spPr>
          <a:xfrm>
            <a:off x="6306273" y="2004141"/>
            <a:ext cx="2564719" cy="146331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Physical 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16 cores, 32 GB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645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6108100" y="4406431"/>
            <a:ext cx="5561309" cy="227939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Storage 1: Virtual Disks (aka Block Storage)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2592" y="2060575"/>
            <a:ext cx="4977060" cy="4344707"/>
          </a:xfrm>
        </p:spPr>
        <p:txBody>
          <a:bodyPr>
            <a:normAutofit fontScale="77500" lnSpcReduction="20000"/>
          </a:bodyPr>
          <a:lstStyle/>
          <a:p>
            <a:r>
              <a:rPr lang="en-IN" sz="2000" dirty="0"/>
              <a:t>A way of sharing and pooling physical disks </a:t>
            </a:r>
          </a:p>
          <a:p>
            <a:pPr lvl="1"/>
            <a:r>
              <a:rPr lang="en-IN" sz="1800" dirty="0"/>
              <a:t>Sharing: see figure </a:t>
            </a:r>
          </a:p>
          <a:p>
            <a:pPr lvl="1"/>
            <a:r>
              <a:rPr lang="en-IN" sz="1800" dirty="0"/>
              <a:t>Pooling: treat disk pool as single large storage </a:t>
            </a:r>
          </a:p>
          <a:p>
            <a:pPr lvl="2"/>
            <a:r>
              <a:rPr lang="en-IN" sz="1600" dirty="0"/>
              <a:t>E.g., 256 GB virtual disk using 2x128 GB from different physical disks </a:t>
            </a:r>
          </a:p>
          <a:p>
            <a:pPr lvl="2"/>
            <a:r>
              <a:rPr lang="en-IN" sz="1600" dirty="0"/>
              <a:t>Can virtual disk be bigger than physical disk?</a:t>
            </a:r>
          </a:p>
          <a:p>
            <a:pPr lvl="1"/>
            <a:r>
              <a:rPr lang="en-IN" sz="1800" dirty="0"/>
              <a:t>Each virtual disk can be attached to a VM</a:t>
            </a:r>
          </a:p>
          <a:p>
            <a:pPr lvl="1"/>
            <a:r>
              <a:rPr lang="en-IN" sz="1800" dirty="0"/>
              <a:t>Each virtual disk "looks like" an actual physical disk to the software </a:t>
            </a:r>
          </a:p>
          <a:p>
            <a:pPr lvl="2"/>
            <a:r>
              <a:rPr lang="en-IN" sz="1600" dirty="0"/>
              <a:t>Can create files on disk</a:t>
            </a:r>
          </a:p>
          <a:p>
            <a:pPr lvl="2"/>
            <a:r>
              <a:rPr lang="en-IN" sz="1600" dirty="0"/>
              <a:t>Can use for paging or swapping </a:t>
            </a:r>
          </a:p>
          <a:p>
            <a:pPr lvl="1"/>
            <a:r>
              <a:rPr lang="en-IN" sz="1800" dirty="0"/>
              <a:t>The virtual disks may belong to different users </a:t>
            </a:r>
          </a:p>
          <a:p>
            <a:pPr lvl="1"/>
            <a:r>
              <a:rPr lang="en-IN" sz="1800" dirty="0"/>
              <a:t>Each virtual disk is isolated from other virtual disks </a:t>
            </a:r>
          </a:p>
          <a:p>
            <a:r>
              <a:rPr lang="en-IN" sz="2000" dirty="0"/>
              <a:t>For now, don't worry about how disk virtualization works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17881" y="1411427"/>
            <a:ext cx="5463228" cy="289163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Can 5"/>
          <p:cNvSpPr/>
          <p:nvPr/>
        </p:nvSpPr>
        <p:spPr>
          <a:xfrm rot="16200000">
            <a:off x="9054662" y="1950525"/>
            <a:ext cx="1523280" cy="1273477"/>
          </a:xfrm>
          <a:prstGeom prst="can">
            <a:avLst>
              <a:gd name="adj" fmla="val 347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n 6"/>
          <p:cNvSpPr/>
          <p:nvPr/>
        </p:nvSpPr>
        <p:spPr>
          <a:xfrm rot="16200000">
            <a:off x="8369652" y="1928260"/>
            <a:ext cx="1523280" cy="1318009"/>
          </a:xfrm>
          <a:prstGeom prst="can">
            <a:avLst>
              <a:gd name="adj" fmla="val 37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n 7"/>
          <p:cNvSpPr/>
          <p:nvPr/>
        </p:nvSpPr>
        <p:spPr>
          <a:xfrm rot="16200000">
            <a:off x="7386324" y="1778857"/>
            <a:ext cx="1523280" cy="1616814"/>
          </a:xfrm>
          <a:prstGeom prst="can">
            <a:avLst>
              <a:gd name="adj" fmla="val 347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/>
          <p:cNvSpPr/>
          <p:nvPr/>
        </p:nvSpPr>
        <p:spPr>
          <a:xfrm>
            <a:off x="9716783" y="3472657"/>
            <a:ext cx="1693433" cy="480154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Physical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Disk 1TB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39269" y="1514800"/>
            <a:ext cx="1361359" cy="1742090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2x256 GB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Virtual Disks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2818" y="3879825"/>
            <a:ext cx="1693433" cy="165953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1x512 GB Virtual Disk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2818" y="1272410"/>
            <a:ext cx="1693433" cy="480154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Sharing</a:t>
            </a:r>
          </a:p>
        </p:txBody>
      </p:sp>
      <p:sp>
        <p:nvSpPr>
          <p:cNvPr id="13" name="Can 12"/>
          <p:cNvSpPr/>
          <p:nvPr/>
        </p:nvSpPr>
        <p:spPr>
          <a:xfrm>
            <a:off x="7142804" y="4833291"/>
            <a:ext cx="664206" cy="574700"/>
          </a:xfrm>
          <a:prstGeom prst="can">
            <a:avLst>
              <a:gd name="adj" fmla="val 37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n 13"/>
          <p:cNvSpPr/>
          <p:nvPr/>
        </p:nvSpPr>
        <p:spPr>
          <a:xfrm>
            <a:off x="8107165" y="4833291"/>
            <a:ext cx="664206" cy="574700"/>
          </a:xfrm>
          <a:prstGeom prst="can">
            <a:avLst>
              <a:gd name="adj" fmla="val 37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an 14"/>
          <p:cNvSpPr/>
          <p:nvPr/>
        </p:nvSpPr>
        <p:spPr>
          <a:xfrm>
            <a:off x="9064430" y="4813748"/>
            <a:ext cx="664206" cy="574700"/>
          </a:xfrm>
          <a:prstGeom prst="can">
            <a:avLst>
              <a:gd name="adj" fmla="val 37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an 15"/>
          <p:cNvSpPr/>
          <p:nvPr/>
        </p:nvSpPr>
        <p:spPr>
          <a:xfrm>
            <a:off x="8057162" y="5564363"/>
            <a:ext cx="664206" cy="574700"/>
          </a:xfrm>
          <a:prstGeom prst="can">
            <a:avLst>
              <a:gd name="adj" fmla="val 37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an 16"/>
          <p:cNvSpPr/>
          <p:nvPr/>
        </p:nvSpPr>
        <p:spPr>
          <a:xfrm>
            <a:off x="9051516" y="5549051"/>
            <a:ext cx="664206" cy="574700"/>
          </a:xfrm>
          <a:prstGeom prst="can">
            <a:avLst>
              <a:gd name="adj" fmla="val 37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an 17"/>
          <p:cNvSpPr/>
          <p:nvPr/>
        </p:nvSpPr>
        <p:spPr>
          <a:xfrm>
            <a:off x="10021695" y="4802541"/>
            <a:ext cx="664206" cy="574700"/>
          </a:xfrm>
          <a:prstGeom prst="can">
            <a:avLst>
              <a:gd name="adj" fmla="val 37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an 18"/>
          <p:cNvSpPr/>
          <p:nvPr/>
        </p:nvSpPr>
        <p:spPr>
          <a:xfrm>
            <a:off x="10045870" y="5589373"/>
            <a:ext cx="664206" cy="574700"/>
          </a:xfrm>
          <a:prstGeom prst="can">
            <a:avLst>
              <a:gd name="adj" fmla="val 37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an 19"/>
          <p:cNvSpPr/>
          <p:nvPr/>
        </p:nvSpPr>
        <p:spPr>
          <a:xfrm>
            <a:off x="7085329" y="5564363"/>
            <a:ext cx="664206" cy="574700"/>
          </a:xfrm>
          <a:prstGeom prst="can">
            <a:avLst>
              <a:gd name="adj" fmla="val 461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ounded Rectangle 20"/>
          <p:cNvSpPr/>
          <p:nvPr/>
        </p:nvSpPr>
        <p:spPr>
          <a:xfrm>
            <a:off x="6914671" y="6201682"/>
            <a:ext cx="3948169" cy="376136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Disk pool: collection of disks </a:t>
            </a:r>
          </a:p>
        </p:txBody>
      </p:sp>
      <p:sp>
        <p:nvSpPr>
          <p:cNvPr id="24" name="Cube 23"/>
          <p:cNvSpPr/>
          <p:nvPr/>
        </p:nvSpPr>
        <p:spPr>
          <a:xfrm>
            <a:off x="6193720" y="2055368"/>
            <a:ext cx="780228" cy="129256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VM</a:t>
            </a:r>
            <a:endParaRPr lang="en-IN" dirty="0"/>
          </a:p>
        </p:txBody>
      </p:sp>
      <p:cxnSp>
        <p:nvCxnSpPr>
          <p:cNvPr id="51" name="Straight Arrow Connector 50"/>
          <p:cNvCxnSpPr>
            <a:stCxn id="24" idx="5"/>
            <a:endCxn id="8" idx="0"/>
          </p:cNvCxnSpPr>
          <p:nvPr/>
        </p:nvCxnSpPr>
        <p:spPr>
          <a:xfrm flipV="1">
            <a:off x="6973948" y="2587264"/>
            <a:ext cx="895391" cy="168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752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2: Object Store (aka Blob Store)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060575"/>
            <a:ext cx="4890051" cy="4416425"/>
          </a:xfrm>
        </p:spPr>
        <p:txBody>
          <a:bodyPr>
            <a:normAutofit/>
          </a:bodyPr>
          <a:lstStyle/>
          <a:p>
            <a:r>
              <a:rPr lang="en-US" dirty="0"/>
              <a:t>Similar to Dropbox/Google Drive/Amazon S3</a:t>
            </a:r>
          </a:p>
          <a:p>
            <a:pPr lvl="1"/>
            <a:r>
              <a:rPr lang="en-US" dirty="0"/>
              <a:t>Stores files</a:t>
            </a:r>
          </a:p>
          <a:p>
            <a:pPr lvl="1"/>
            <a:r>
              <a:rPr lang="en-US" dirty="0"/>
              <a:t>Retrieved by application for usage</a:t>
            </a:r>
          </a:p>
          <a:p>
            <a:r>
              <a:rPr lang="en-US" dirty="0"/>
              <a:t>Referenced by URL</a:t>
            </a:r>
          </a:p>
          <a:p>
            <a:r>
              <a:rPr lang="en-US" dirty="0"/>
              <a:t>Typically &lt;account&gt;/&lt;container&gt;/&lt;object name&gt;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latin typeface="Courier New" pitchFamily="49" charset="0"/>
                <a:cs typeface="Courier New" pitchFamily="49" charset="0"/>
                <a:hlinkClick r:id="rId2"/>
              </a:rPr>
              <a:t>http://myaccount.blob.core.windows.net/container/object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in Azure</a:t>
            </a:r>
          </a:p>
          <a:p>
            <a:pPr lvl="1"/>
            <a:endParaRPr lang="en-US" dirty="0"/>
          </a:p>
        </p:txBody>
      </p:sp>
      <p:sp>
        <p:nvSpPr>
          <p:cNvPr id="8" name="Cloud 7"/>
          <p:cNvSpPr/>
          <p:nvPr/>
        </p:nvSpPr>
        <p:spPr>
          <a:xfrm>
            <a:off x="6629400" y="1371600"/>
            <a:ext cx="4191000" cy="197671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Extremely Large Blob Store</a:t>
            </a:r>
          </a:p>
          <a:p>
            <a:pPr algn="ctr"/>
            <a:r>
              <a:rPr lang="en-US" dirty="0"/>
              <a:t>(media, OS binaries, application binaries)</a:t>
            </a:r>
          </a:p>
        </p:txBody>
      </p:sp>
      <p:sp>
        <p:nvSpPr>
          <p:cNvPr id="9" name="Cube 8"/>
          <p:cNvSpPr/>
          <p:nvPr/>
        </p:nvSpPr>
        <p:spPr>
          <a:xfrm>
            <a:off x="6126445" y="4175490"/>
            <a:ext cx="1112555" cy="153951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Media server</a:t>
            </a:r>
          </a:p>
        </p:txBody>
      </p:sp>
      <p:sp>
        <p:nvSpPr>
          <p:cNvPr id="10" name="Cube 9"/>
          <p:cNvSpPr/>
          <p:nvPr/>
        </p:nvSpPr>
        <p:spPr>
          <a:xfrm>
            <a:off x="7519147" y="4175490"/>
            <a:ext cx="1112555" cy="153951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Media server</a:t>
            </a:r>
          </a:p>
        </p:txBody>
      </p:sp>
      <p:sp>
        <p:nvSpPr>
          <p:cNvPr id="11" name="Cube 10"/>
          <p:cNvSpPr/>
          <p:nvPr/>
        </p:nvSpPr>
        <p:spPr>
          <a:xfrm>
            <a:off x="8911849" y="4171008"/>
            <a:ext cx="1112555" cy="153951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Media server</a:t>
            </a:r>
          </a:p>
        </p:txBody>
      </p:sp>
      <p:sp>
        <p:nvSpPr>
          <p:cNvPr id="12" name="Cube 11"/>
          <p:cNvSpPr/>
          <p:nvPr/>
        </p:nvSpPr>
        <p:spPr>
          <a:xfrm>
            <a:off x="10176804" y="4175490"/>
            <a:ext cx="1112555" cy="153951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Media server</a:t>
            </a:r>
          </a:p>
        </p:txBody>
      </p:sp>
      <p:cxnSp>
        <p:nvCxnSpPr>
          <p:cNvPr id="14" name="Straight Connector 13"/>
          <p:cNvCxnSpPr>
            <a:cxnSpLocks/>
            <a:endCxn id="9" idx="0"/>
          </p:cNvCxnSpPr>
          <p:nvPr/>
        </p:nvCxnSpPr>
        <p:spPr>
          <a:xfrm flipH="1">
            <a:off x="6821792" y="3348318"/>
            <a:ext cx="1962310" cy="827172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cxnSpLocks/>
            <a:stCxn id="8" idx="1"/>
            <a:endCxn id="10" idx="0"/>
          </p:cNvCxnSpPr>
          <p:nvPr/>
        </p:nvCxnSpPr>
        <p:spPr>
          <a:xfrm flipH="1">
            <a:off x="8214494" y="3346213"/>
            <a:ext cx="510406" cy="829277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  <a:stCxn id="8" idx="1"/>
            <a:endCxn id="11" idx="0"/>
          </p:cNvCxnSpPr>
          <p:nvPr/>
        </p:nvCxnSpPr>
        <p:spPr>
          <a:xfrm>
            <a:off x="8724900" y="3346213"/>
            <a:ext cx="882296" cy="824795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  <a:stCxn id="8" idx="1"/>
            <a:endCxn id="12" idx="0"/>
          </p:cNvCxnSpPr>
          <p:nvPr/>
        </p:nvCxnSpPr>
        <p:spPr>
          <a:xfrm>
            <a:off x="8724900" y="3346213"/>
            <a:ext cx="2147251" cy="829277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9" idx="3"/>
          </p:cNvCxnSpPr>
          <p:nvPr/>
        </p:nvCxnSpPr>
        <p:spPr>
          <a:xfrm flipH="1">
            <a:off x="6477000" y="5715000"/>
            <a:ext cx="66653" cy="6096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  <a:stCxn id="10" idx="3"/>
          </p:cNvCxnSpPr>
          <p:nvPr/>
        </p:nvCxnSpPr>
        <p:spPr>
          <a:xfrm flipH="1">
            <a:off x="7853083" y="5715000"/>
            <a:ext cx="83272" cy="6858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  <a:stCxn id="11" idx="3"/>
          </p:cNvCxnSpPr>
          <p:nvPr/>
        </p:nvCxnSpPr>
        <p:spPr>
          <a:xfrm>
            <a:off x="9329057" y="5710518"/>
            <a:ext cx="0" cy="76648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  <a:stCxn id="12" idx="3"/>
          </p:cNvCxnSpPr>
          <p:nvPr/>
        </p:nvCxnSpPr>
        <p:spPr>
          <a:xfrm>
            <a:off x="10594012" y="5715000"/>
            <a:ext cx="139069" cy="6096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108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/>
          <p:cNvSpPr/>
          <p:nvPr/>
        </p:nvSpPr>
        <p:spPr>
          <a:xfrm>
            <a:off x="6781800" y="685800"/>
            <a:ext cx="3810000" cy="495011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2400" b="1" u="sng" dirty="0"/>
              <a:t>Physical Server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Networking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5155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Like physical network, contains virtual adapters and virtual switches</a:t>
            </a:r>
          </a:p>
          <a:p>
            <a:r>
              <a:rPr lang="en-US" dirty="0"/>
              <a:t>Each VM has one or more </a:t>
            </a:r>
            <a:r>
              <a:rPr lang="en-US" i="1" dirty="0"/>
              <a:t>virtual network adapters </a:t>
            </a:r>
            <a:r>
              <a:rPr lang="en-US" dirty="0"/>
              <a:t>(V)</a:t>
            </a:r>
          </a:p>
          <a:p>
            <a:pPr lvl="1"/>
            <a:r>
              <a:rPr lang="en-US" dirty="0"/>
              <a:t>These have IP addresses, DNS names, just like a physical adapter</a:t>
            </a:r>
          </a:p>
          <a:p>
            <a:pPr lvl="1"/>
            <a:r>
              <a:rPr lang="en-US" dirty="0"/>
              <a:t>This is completely in software</a:t>
            </a:r>
          </a:p>
          <a:p>
            <a:r>
              <a:rPr lang="en-US" dirty="0"/>
              <a:t>VS is a </a:t>
            </a:r>
            <a:r>
              <a:rPr lang="en-US" i="1" dirty="0"/>
              <a:t>virtual network switch</a:t>
            </a:r>
          </a:p>
          <a:p>
            <a:pPr lvl="1"/>
            <a:r>
              <a:rPr lang="en-US" dirty="0"/>
              <a:t>Completely in software</a:t>
            </a:r>
          </a:p>
          <a:p>
            <a:pPr lvl="1"/>
            <a:r>
              <a:rPr lang="en-US" dirty="0"/>
              <a:t>VP is a virtual port </a:t>
            </a:r>
          </a:p>
          <a:p>
            <a:pPr lvl="2"/>
            <a:r>
              <a:rPr lang="en-US" dirty="0"/>
              <a:t>Network adapter, invisible to network</a:t>
            </a:r>
          </a:p>
          <a:p>
            <a:pPr lvl="2"/>
            <a:r>
              <a:rPr lang="en-US" dirty="0"/>
              <a:t>No IP address, only MAC address</a:t>
            </a:r>
          </a:p>
          <a:p>
            <a:r>
              <a:rPr lang="en-US" dirty="0"/>
              <a:t>N is the network adapter of the physical server</a:t>
            </a:r>
          </a:p>
        </p:txBody>
      </p:sp>
      <p:sp>
        <p:nvSpPr>
          <p:cNvPr id="5" name="Cube 4"/>
          <p:cNvSpPr/>
          <p:nvPr/>
        </p:nvSpPr>
        <p:spPr>
          <a:xfrm>
            <a:off x="7519147" y="1528480"/>
            <a:ext cx="1112555" cy="101447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1</a:t>
            </a:r>
          </a:p>
        </p:txBody>
      </p:sp>
      <p:sp>
        <p:nvSpPr>
          <p:cNvPr id="6" name="Cube 5"/>
          <p:cNvSpPr/>
          <p:nvPr/>
        </p:nvSpPr>
        <p:spPr>
          <a:xfrm>
            <a:off x="8911849" y="1524000"/>
            <a:ext cx="1112555" cy="101447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2</a:t>
            </a:r>
          </a:p>
        </p:txBody>
      </p:sp>
      <p:sp>
        <p:nvSpPr>
          <p:cNvPr id="7" name="Circle: Hollow 6"/>
          <p:cNvSpPr/>
          <p:nvPr/>
        </p:nvSpPr>
        <p:spPr>
          <a:xfrm>
            <a:off x="7653618" y="2522960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9" name="Frame 8"/>
          <p:cNvSpPr/>
          <p:nvPr/>
        </p:nvSpPr>
        <p:spPr>
          <a:xfrm>
            <a:off x="8187018" y="3206103"/>
            <a:ext cx="914400" cy="9144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VS</a:t>
            </a:r>
          </a:p>
        </p:txBody>
      </p:sp>
      <p:sp>
        <p:nvSpPr>
          <p:cNvPr id="10" name="Circle: Hollow 9"/>
          <p:cNvSpPr/>
          <p:nvPr/>
        </p:nvSpPr>
        <p:spPr>
          <a:xfrm>
            <a:off x="9101418" y="2513401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1" name="Circle: Hollow 10"/>
          <p:cNvSpPr/>
          <p:nvPr/>
        </p:nvSpPr>
        <p:spPr>
          <a:xfrm>
            <a:off x="7239000" y="3396603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2" name="Circle: Hollow 11"/>
          <p:cNvSpPr/>
          <p:nvPr/>
        </p:nvSpPr>
        <p:spPr>
          <a:xfrm>
            <a:off x="9069197" y="3382740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3" name="Circle: Hollow 12"/>
          <p:cNvSpPr/>
          <p:nvPr/>
        </p:nvSpPr>
        <p:spPr>
          <a:xfrm>
            <a:off x="7716603" y="4129468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5" name="Circle: Hollow 14"/>
          <p:cNvSpPr/>
          <p:nvPr/>
        </p:nvSpPr>
        <p:spPr>
          <a:xfrm>
            <a:off x="8704264" y="4092777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6" name="Circle: Hollow 15"/>
          <p:cNvSpPr/>
          <p:nvPr/>
        </p:nvSpPr>
        <p:spPr>
          <a:xfrm>
            <a:off x="7763435" y="50560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8" name="Circle: Hollow 17"/>
          <p:cNvSpPr/>
          <p:nvPr/>
        </p:nvSpPr>
        <p:spPr>
          <a:xfrm>
            <a:off x="8911849" y="50560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21" name="Straight Connector 20"/>
          <p:cNvCxnSpPr>
            <a:cxnSpLocks/>
            <a:stCxn id="7" idx="4"/>
          </p:cNvCxnSpPr>
          <p:nvPr/>
        </p:nvCxnSpPr>
        <p:spPr>
          <a:xfrm flipH="1">
            <a:off x="7716603" y="3056360"/>
            <a:ext cx="203715" cy="4488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  <a:stCxn id="10" idx="4"/>
            <a:endCxn id="12" idx="0"/>
          </p:cNvCxnSpPr>
          <p:nvPr/>
        </p:nvCxnSpPr>
        <p:spPr>
          <a:xfrm>
            <a:off x="9368118" y="3046801"/>
            <a:ext cx="178683" cy="335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  <a:stCxn id="13" idx="4"/>
            <a:endCxn id="16" idx="0"/>
          </p:cNvCxnSpPr>
          <p:nvPr/>
        </p:nvCxnSpPr>
        <p:spPr>
          <a:xfrm flipH="1">
            <a:off x="8052780" y="4662868"/>
            <a:ext cx="141427" cy="3932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  <a:stCxn id="15" idx="4"/>
            <a:endCxn id="18" idx="0"/>
          </p:cNvCxnSpPr>
          <p:nvPr/>
        </p:nvCxnSpPr>
        <p:spPr>
          <a:xfrm>
            <a:off x="9181868" y="4626177"/>
            <a:ext cx="19326" cy="4299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161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/>
          <p:cNvSpPr/>
          <p:nvPr/>
        </p:nvSpPr>
        <p:spPr>
          <a:xfrm>
            <a:off x="6781800" y="685800"/>
            <a:ext cx="3810000" cy="495011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2400" b="1" u="sng" dirty="0"/>
              <a:t>Physical Server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Networking 1: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51551" cy="4351338"/>
          </a:xfrm>
        </p:spPr>
        <p:txBody>
          <a:bodyPr>
            <a:normAutofit/>
          </a:bodyPr>
          <a:lstStyle/>
          <a:p>
            <a:r>
              <a:rPr lang="en-US" dirty="0"/>
              <a:t>Note</a:t>
            </a:r>
          </a:p>
          <a:p>
            <a:pPr lvl="1"/>
            <a:r>
              <a:rPr lang="en-US" dirty="0"/>
              <a:t>VMs generally can see only IP addresses of other VMs</a:t>
            </a:r>
          </a:p>
          <a:p>
            <a:pPr lvl="1"/>
            <a:r>
              <a:rPr lang="en-US" dirty="0"/>
              <a:t>The cannot see IP addresses of the physical adapters N (generally)</a:t>
            </a:r>
          </a:p>
          <a:p>
            <a:r>
              <a:rPr lang="en-US" dirty="0"/>
              <a:t>How does VM 1 send a message to VM 2?</a:t>
            </a:r>
          </a:p>
        </p:txBody>
      </p:sp>
      <p:sp>
        <p:nvSpPr>
          <p:cNvPr id="5" name="Cube 4"/>
          <p:cNvSpPr/>
          <p:nvPr/>
        </p:nvSpPr>
        <p:spPr>
          <a:xfrm>
            <a:off x="7519147" y="1528480"/>
            <a:ext cx="1112555" cy="101447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1</a:t>
            </a:r>
          </a:p>
        </p:txBody>
      </p:sp>
      <p:sp>
        <p:nvSpPr>
          <p:cNvPr id="6" name="Cube 5"/>
          <p:cNvSpPr/>
          <p:nvPr/>
        </p:nvSpPr>
        <p:spPr>
          <a:xfrm>
            <a:off x="8911849" y="1524000"/>
            <a:ext cx="1112555" cy="101447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2</a:t>
            </a:r>
          </a:p>
        </p:txBody>
      </p:sp>
      <p:sp>
        <p:nvSpPr>
          <p:cNvPr id="7" name="Circle: Hollow 6"/>
          <p:cNvSpPr/>
          <p:nvPr/>
        </p:nvSpPr>
        <p:spPr>
          <a:xfrm>
            <a:off x="7653618" y="2522960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9" name="Frame 8"/>
          <p:cNvSpPr/>
          <p:nvPr/>
        </p:nvSpPr>
        <p:spPr>
          <a:xfrm>
            <a:off x="8187018" y="3206103"/>
            <a:ext cx="914400" cy="9144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VS</a:t>
            </a:r>
          </a:p>
        </p:txBody>
      </p:sp>
      <p:sp>
        <p:nvSpPr>
          <p:cNvPr id="10" name="Circle: Hollow 9"/>
          <p:cNvSpPr/>
          <p:nvPr/>
        </p:nvSpPr>
        <p:spPr>
          <a:xfrm>
            <a:off x="9101418" y="2513401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1" name="Circle: Hollow 10"/>
          <p:cNvSpPr/>
          <p:nvPr/>
        </p:nvSpPr>
        <p:spPr>
          <a:xfrm>
            <a:off x="7239000" y="3396603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2" name="Circle: Hollow 11"/>
          <p:cNvSpPr/>
          <p:nvPr/>
        </p:nvSpPr>
        <p:spPr>
          <a:xfrm>
            <a:off x="9069197" y="3382740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3" name="Circle: Hollow 12"/>
          <p:cNvSpPr/>
          <p:nvPr/>
        </p:nvSpPr>
        <p:spPr>
          <a:xfrm>
            <a:off x="7716603" y="4129468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5" name="Circle: Hollow 14"/>
          <p:cNvSpPr/>
          <p:nvPr/>
        </p:nvSpPr>
        <p:spPr>
          <a:xfrm>
            <a:off x="8704264" y="4092777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6" name="Circle: Hollow 15"/>
          <p:cNvSpPr/>
          <p:nvPr/>
        </p:nvSpPr>
        <p:spPr>
          <a:xfrm>
            <a:off x="7763435" y="50560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8" name="Circle: Hollow 17"/>
          <p:cNvSpPr/>
          <p:nvPr/>
        </p:nvSpPr>
        <p:spPr>
          <a:xfrm>
            <a:off x="8911849" y="50560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21" name="Straight Connector 20"/>
          <p:cNvCxnSpPr>
            <a:cxnSpLocks/>
            <a:stCxn id="7" idx="4"/>
          </p:cNvCxnSpPr>
          <p:nvPr/>
        </p:nvCxnSpPr>
        <p:spPr>
          <a:xfrm flipH="1">
            <a:off x="7716603" y="3056360"/>
            <a:ext cx="203715" cy="4488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  <a:stCxn id="10" idx="4"/>
            <a:endCxn id="12" idx="0"/>
          </p:cNvCxnSpPr>
          <p:nvPr/>
        </p:nvCxnSpPr>
        <p:spPr>
          <a:xfrm>
            <a:off x="9368118" y="3046801"/>
            <a:ext cx="178683" cy="335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  <a:stCxn id="13" idx="4"/>
            <a:endCxn id="16" idx="0"/>
          </p:cNvCxnSpPr>
          <p:nvPr/>
        </p:nvCxnSpPr>
        <p:spPr>
          <a:xfrm flipH="1">
            <a:off x="8052780" y="4662868"/>
            <a:ext cx="141427" cy="3932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  <a:stCxn id="15" idx="4"/>
            <a:endCxn id="18" idx="0"/>
          </p:cNvCxnSpPr>
          <p:nvPr/>
        </p:nvCxnSpPr>
        <p:spPr>
          <a:xfrm>
            <a:off x="9181868" y="4626177"/>
            <a:ext cx="19326" cy="4299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198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/>
          <p:cNvSpPr/>
          <p:nvPr/>
        </p:nvSpPr>
        <p:spPr>
          <a:xfrm>
            <a:off x="6781800" y="685800"/>
            <a:ext cx="3810000" cy="495011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2400" b="1" u="sng" dirty="0"/>
              <a:t>Physical Server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Networking 1: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51551" cy="4351338"/>
          </a:xfrm>
        </p:spPr>
        <p:txBody>
          <a:bodyPr>
            <a:normAutofit/>
          </a:bodyPr>
          <a:lstStyle/>
          <a:p>
            <a:r>
              <a:rPr lang="en-US" dirty="0"/>
              <a:t>Note</a:t>
            </a:r>
          </a:p>
          <a:p>
            <a:pPr lvl="1"/>
            <a:r>
              <a:rPr lang="en-US" dirty="0"/>
              <a:t>VMs generally can see only IP addresses of other VMs</a:t>
            </a:r>
          </a:p>
          <a:p>
            <a:pPr lvl="1"/>
            <a:r>
              <a:rPr lang="en-US" dirty="0"/>
              <a:t>The cannot see IP addresses of the physical adapters N (generally)</a:t>
            </a:r>
          </a:p>
          <a:p>
            <a:r>
              <a:rPr lang="en-US" dirty="0"/>
              <a:t>How does VM 1 send a message to VM 2?</a:t>
            </a:r>
          </a:p>
          <a:p>
            <a:pPr lvl="1"/>
            <a:r>
              <a:rPr lang="en-US" dirty="0"/>
              <a:t>Specify destination IP address of VM 2</a:t>
            </a:r>
          </a:p>
          <a:p>
            <a:pPr lvl="1"/>
            <a:r>
              <a:rPr lang="en-US" dirty="0"/>
              <a:t>V-&gt;VP-&gt;VP-&gt;V</a:t>
            </a:r>
          </a:p>
        </p:txBody>
      </p:sp>
      <p:sp>
        <p:nvSpPr>
          <p:cNvPr id="5" name="Cube 4"/>
          <p:cNvSpPr/>
          <p:nvPr/>
        </p:nvSpPr>
        <p:spPr>
          <a:xfrm>
            <a:off x="7519147" y="1528480"/>
            <a:ext cx="1112555" cy="101447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1</a:t>
            </a:r>
          </a:p>
        </p:txBody>
      </p:sp>
      <p:sp>
        <p:nvSpPr>
          <p:cNvPr id="6" name="Cube 5"/>
          <p:cNvSpPr/>
          <p:nvPr/>
        </p:nvSpPr>
        <p:spPr>
          <a:xfrm>
            <a:off x="8911849" y="1524000"/>
            <a:ext cx="1112555" cy="101447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2</a:t>
            </a:r>
          </a:p>
        </p:txBody>
      </p:sp>
      <p:sp>
        <p:nvSpPr>
          <p:cNvPr id="7" name="Circle: Hollow 6"/>
          <p:cNvSpPr/>
          <p:nvPr/>
        </p:nvSpPr>
        <p:spPr>
          <a:xfrm>
            <a:off x="7653618" y="2522960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9" name="Frame 8"/>
          <p:cNvSpPr/>
          <p:nvPr/>
        </p:nvSpPr>
        <p:spPr>
          <a:xfrm>
            <a:off x="8187018" y="3206103"/>
            <a:ext cx="914400" cy="9144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VS</a:t>
            </a:r>
          </a:p>
        </p:txBody>
      </p:sp>
      <p:sp>
        <p:nvSpPr>
          <p:cNvPr id="10" name="Circle: Hollow 9"/>
          <p:cNvSpPr/>
          <p:nvPr/>
        </p:nvSpPr>
        <p:spPr>
          <a:xfrm>
            <a:off x="9101418" y="2513401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1" name="Circle: Hollow 10"/>
          <p:cNvSpPr/>
          <p:nvPr/>
        </p:nvSpPr>
        <p:spPr>
          <a:xfrm>
            <a:off x="7239000" y="3396603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2" name="Circle: Hollow 11"/>
          <p:cNvSpPr/>
          <p:nvPr/>
        </p:nvSpPr>
        <p:spPr>
          <a:xfrm>
            <a:off x="9069197" y="3382740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3" name="Circle: Hollow 12"/>
          <p:cNvSpPr/>
          <p:nvPr/>
        </p:nvSpPr>
        <p:spPr>
          <a:xfrm>
            <a:off x="7716603" y="4129468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5" name="Circle: Hollow 14"/>
          <p:cNvSpPr/>
          <p:nvPr/>
        </p:nvSpPr>
        <p:spPr>
          <a:xfrm>
            <a:off x="8704264" y="4092777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6" name="Circle: Hollow 15"/>
          <p:cNvSpPr/>
          <p:nvPr/>
        </p:nvSpPr>
        <p:spPr>
          <a:xfrm>
            <a:off x="7763435" y="50560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8" name="Circle: Hollow 17"/>
          <p:cNvSpPr/>
          <p:nvPr/>
        </p:nvSpPr>
        <p:spPr>
          <a:xfrm>
            <a:off x="8911849" y="50560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21" name="Straight Connector 20"/>
          <p:cNvCxnSpPr>
            <a:cxnSpLocks/>
            <a:stCxn id="7" idx="4"/>
          </p:cNvCxnSpPr>
          <p:nvPr/>
        </p:nvCxnSpPr>
        <p:spPr>
          <a:xfrm flipH="1">
            <a:off x="7716603" y="3056360"/>
            <a:ext cx="203715" cy="4488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  <a:stCxn id="10" idx="4"/>
            <a:endCxn id="12" idx="0"/>
          </p:cNvCxnSpPr>
          <p:nvPr/>
        </p:nvCxnSpPr>
        <p:spPr>
          <a:xfrm>
            <a:off x="9368118" y="3046801"/>
            <a:ext cx="178683" cy="335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  <a:stCxn id="13" idx="4"/>
            <a:endCxn id="16" idx="0"/>
          </p:cNvCxnSpPr>
          <p:nvPr/>
        </p:nvCxnSpPr>
        <p:spPr>
          <a:xfrm flipH="1">
            <a:off x="8052780" y="4662868"/>
            <a:ext cx="141427" cy="3932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  <a:stCxn id="15" idx="4"/>
            <a:endCxn id="18" idx="0"/>
          </p:cNvCxnSpPr>
          <p:nvPr/>
        </p:nvCxnSpPr>
        <p:spPr>
          <a:xfrm>
            <a:off x="9181868" y="4626177"/>
            <a:ext cx="19326" cy="4299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55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/>
          <p:cNvSpPr/>
          <p:nvPr/>
        </p:nvSpPr>
        <p:spPr>
          <a:xfrm>
            <a:off x="6781800" y="1298282"/>
            <a:ext cx="3810000" cy="495011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2400" b="1" u="sng" dirty="0"/>
              <a:t>Physical Server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Networking 1: Exercise (5 mins)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51551" cy="4351338"/>
          </a:xfrm>
          <a:solidFill>
            <a:schemeClr val="accent3"/>
          </a:solidFill>
        </p:spPr>
        <p:txBody>
          <a:bodyPr>
            <a:normAutofit/>
          </a:bodyPr>
          <a:lstStyle/>
          <a:p>
            <a:r>
              <a:rPr lang="en-US" dirty="0"/>
              <a:t>Note</a:t>
            </a:r>
          </a:p>
          <a:p>
            <a:pPr lvl="1"/>
            <a:r>
              <a:rPr lang="en-US" dirty="0"/>
              <a:t>VMs generally can see only IP addresses of other VMs</a:t>
            </a:r>
          </a:p>
          <a:p>
            <a:pPr lvl="1"/>
            <a:r>
              <a:rPr lang="en-US" dirty="0"/>
              <a:t>The cannot see IP addresses of the physical adapters N (generally)</a:t>
            </a:r>
          </a:p>
          <a:p>
            <a:r>
              <a:rPr lang="en-US" dirty="0"/>
              <a:t>How does VM 2 send a message to the outside world (outside server)?</a:t>
            </a:r>
          </a:p>
        </p:txBody>
      </p:sp>
      <p:sp>
        <p:nvSpPr>
          <p:cNvPr id="5" name="Cube 4"/>
          <p:cNvSpPr/>
          <p:nvPr/>
        </p:nvSpPr>
        <p:spPr>
          <a:xfrm>
            <a:off x="7519147" y="1985680"/>
            <a:ext cx="1112555" cy="101447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1</a:t>
            </a:r>
          </a:p>
        </p:txBody>
      </p:sp>
      <p:sp>
        <p:nvSpPr>
          <p:cNvPr id="6" name="Cube 5"/>
          <p:cNvSpPr/>
          <p:nvPr/>
        </p:nvSpPr>
        <p:spPr>
          <a:xfrm>
            <a:off x="8911849" y="1981200"/>
            <a:ext cx="1112555" cy="101447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2</a:t>
            </a:r>
          </a:p>
        </p:txBody>
      </p:sp>
      <p:sp>
        <p:nvSpPr>
          <p:cNvPr id="7" name="Circle: Hollow 6"/>
          <p:cNvSpPr/>
          <p:nvPr/>
        </p:nvSpPr>
        <p:spPr>
          <a:xfrm>
            <a:off x="7653618" y="2980160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9" name="Frame 8"/>
          <p:cNvSpPr/>
          <p:nvPr/>
        </p:nvSpPr>
        <p:spPr>
          <a:xfrm>
            <a:off x="8187018" y="3663303"/>
            <a:ext cx="914400" cy="9144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VS</a:t>
            </a:r>
          </a:p>
        </p:txBody>
      </p:sp>
      <p:sp>
        <p:nvSpPr>
          <p:cNvPr id="10" name="Circle: Hollow 9"/>
          <p:cNvSpPr/>
          <p:nvPr/>
        </p:nvSpPr>
        <p:spPr>
          <a:xfrm>
            <a:off x="9101418" y="2970601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1" name="Circle: Hollow 10"/>
          <p:cNvSpPr/>
          <p:nvPr/>
        </p:nvSpPr>
        <p:spPr>
          <a:xfrm>
            <a:off x="7239000" y="3853803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2" name="Circle: Hollow 11"/>
          <p:cNvSpPr/>
          <p:nvPr/>
        </p:nvSpPr>
        <p:spPr>
          <a:xfrm>
            <a:off x="9069197" y="3839940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3" name="Circle: Hollow 12"/>
          <p:cNvSpPr/>
          <p:nvPr/>
        </p:nvSpPr>
        <p:spPr>
          <a:xfrm>
            <a:off x="7716603" y="4586668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5" name="Circle: Hollow 14"/>
          <p:cNvSpPr/>
          <p:nvPr/>
        </p:nvSpPr>
        <p:spPr>
          <a:xfrm>
            <a:off x="8704264" y="4549977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6" name="Circle: Hollow 15"/>
          <p:cNvSpPr/>
          <p:nvPr/>
        </p:nvSpPr>
        <p:spPr>
          <a:xfrm>
            <a:off x="7763435" y="55132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8" name="Circle: Hollow 17"/>
          <p:cNvSpPr/>
          <p:nvPr/>
        </p:nvSpPr>
        <p:spPr>
          <a:xfrm>
            <a:off x="8911849" y="55132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21" name="Straight Connector 20"/>
          <p:cNvCxnSpPr>
            <a:cxnSpLocks/>
            <a:stCxn id="7" idx="4"/>
          </p:cNvCxnSpPr>
          <p:nvPr/>
        </p:nvCxnSpPr>
        <p:spPr>
          <a:xfrm flipH="1">
            <a:off x="7716603" y="3513560"/>
            <a:ext cx="203715" cy="4488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  <a:stCxn id="10" idx="4"/>
            <a:endCxn id="12" idx="0"/>
          </p:cNvCxnSpPr>
          <p:nvPr/>
        </p:nvCxnSpPr>
        <p:spPr>
          <a:xfrm>
            <a:off x="9368118" y="3504001"/>
            <a:ext cx="178683" cy="335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  <a:stCxn id="13" idx="4"/>
            <a:endCxn id="16" idx="0"/>
          </p:cNvCxnSpPr>
          <p:nvPr/>
        </p:nvCxnSpPr>
        <p:spPr>
          <a:xfrm flipH="1">
            <a:off x="8052780" y="5120068"/>
            <a:ext cx="141427" cy="3932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  <a:stCxn id="15" idx="4"/>
            <a:endCxn id="18" idx="0"/>
          </p:cNvCxnSpPr>
          <p:nvPr/>
        </p:nvCxnSpPr>
        <p:spPr>
          <a:xfrm>
            <a:off x="9181868" y="5083377"/>
            <a:ext cx="19326" cy="4299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503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/>
          <p:cNvSpPr/>
          <p:nvPr/>
        </p:nvSpPr>
        <p:spPr>
          <a:xfrm>
            <a:off x="7086600" y="1447800"/>
            <a:ext cx="3810000" cy="495011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2400" b="1" u="sng" dirty="0"/>
              <a:t>Physical Server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Networking 1: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51551" cy="4351338"/>
          </a:xfrm>
        </p:spPr>
        <p:txBody>
          <a:bodyPr>
            <a:normAutofit/>
          </a:bodyPr>
          <a:lstStyle/>
          <a:p>
            <a:r>
              <a:rPr lang="en-US" dirty="0"/>
              <a:t>Note</a:t>
            </a:r>
          </a:p>
          <a:p>
            <a:pPr lvl="1"/>
            <a:r>
              <a:rPr lang="en-US" dirty="0"/>
              <a:t>VMs generally can see only IP addresses of other VMs</a:t>
            </a:r>
          </a:p>
          <a:p>
            <a:pPr lvl="1"/>
            <a:r>
              <a:rPr lang="en-US" dirty="0"/>
              <a:t>The cannot see IP addresses of the physical adapters N (generally)</a:t>
            </a:r>
          </a:p>
          <a:p>
            <a:r>
              <a:rPr lang="en-US" dirty="0"/>
              <a:t>How does VM 2 send a message to the outside world (outside server)?</a:t>
            </a:r>
          </a:p>
          <a:p>
            <a:pPr lvl="1"/>
            <a:r>
              <a:rPr lang="en-US" dirty="0"/>
              <a:t>Specify IP address of VM in outside world </a:t>
            </a:r>
          </a:p>
          <a:p>
            <a:pPr lvl="1"/>
            <a:r>
              <a:rPr lang="en-US" dirty="0"/>
              <a:t>V-&gt;VP-&gt;VP-&gt;N-&gt;outside world</a:t>
            </a:r>
          </a:p>
        </p:txBody>
      </p:sp>
      <p:sp>
        <p:nvSpPr>
          <p:cNvPr id="5" name="Cube 4"/>
          <p:cNvSpPr/>
          <p:nvPr/>
        </p:nvSpPr>
        <p:spPr>
          <a:xfrm>
            <a:off x="7823947" y="2290480"/>
            <a:ext cx="1112555" cy="101447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1</a:t>
            </a:r>
          </a:p>
        </p:txBody>
      </p:sp>
      <p:sp>
        <p:nvSpPr>
          <p:cNvPr id="6" name="Cube 5"/>
          <p:cNvSpPr/>
          <p:nvPr/>
        </p:nvSpPr>
        <p:spPr>
          <a:xfrm>
            <a:off x="9216649" y="2286000"/>
            <a:ext cx="1112555" cy="101447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 2</a:t>
            </a:r>
          </a:p>
        </p:txBody>
      </p:sp>
      <p:sp>
        <p:nvSpPr>
          <p:cNvPr id="7" name="Circle: Hollow 6"/>
          <p:cNvSpPr/>
          <p:nvPr/>
        </p:nvSpPr>
        <p:spPr>
          <a:xfrm>
            <a:off x="7958418" y="3284960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9" name="Frame 8"/>
          <p:cNvSpPr/>
          <p:nvPr/>
        </p:nvSpPr>
        <p:spPr>
          <a:xfrm>
            <a:off x="8491818" y="3968103"/>
            <a:ext cx="914400" cy="9144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VS</a:t>
            </a:r>
          </a:p>
        </p:txBody>
      </p:sp>
      <p:sp>
        <p:nvSpPr>
          <p:cNvPr id="10" name="Circle: Hollow 9"/>
          <p:cNvSpPr/>
          <p:nvPr/>
        </p:nvSpPr>
        <p:spPr>
          <a:xfrm>
            <a:off x="9406218" y="3275401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1" name="Circle: Hollow 10"/>
          <p:cNvSpPr/>
          <p:nvPr/>
        </p:nvSpPr>
        <p:spPr>
          <a:xfrm>
            <a:off x="7543800" y="4158603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2" name="Circle: Hollow 11"/>
          <p:cNvSpPr/>
          <p:nvPr/>
        </p:nvSpPr>
        <p:spPr>
          <a:xfrm>
            <a:off x="9373997" y="4144740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3" name="Circle: Hollow 12"/>
          <p:cNvSpPr/>
          <p:nvPr/>
        </p:nvSpPr>
        <p:spPr>
          <a:xfrm>
            <a:off x="8021403" y="4891468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5" name="Circle: Hollow 14"/>
          <p:cNvSpPr/>
          <p:nvPr/>
        </p:nvSpPr>
        <p:spPr>
          <a:xfrm>
            <a:off x="9009064" y="4854777"/>
            <a:ext cx="955207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VP</a:t>
            </a:r>
          </a:p>
        </p:txBody>
      </p:sp>
      <p:sp>
        <p:nvSpPr>
          <p:cNvPr id="16" name="Circle: Hollow 15"/>
          <p:cNvSpPr/>
          <p:nvPr/>
        </p:nvSpPr>
        <p:spPr>
          <a:xfrm>
            <a:off x="8068235" y="58180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8" name="Circle: Hollow 17"/>
          <p:cNvSpPr/>
          <p:nvPr/>
        </p:nvSpPr>
        <p:spPr>
          <a:xfrm>
            <a:off x="9216649" y="5818094"/>
            <a:ext cx="578689" cy="579824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21" name="Straight Connector 20"/>
          <p:cNvCxnSpPr>
            <a:cxnSpLocks/>
            <a:stCxn id="7" idx="4"/>
          </p:cNvCxnSpPr>
          <p:nvPr/>
        </p:nvCxnSpPr>
        <p:spPr>
          <a:xfrm flipH="1">
            <a:off x="8021403" y="3818360"/>
            <a:ext cx="203715" cy="4488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  <a:stCxn id="10" idx="4"/>
            <a:endCxn id="12" idx="0"/>
          </p:cNvCxnSpPr>
          <p:nvPr/>
        </p:nvCxnSpPr>
        <p:spPr>
          <a:xfrm>
            <a:off x="9672918" y="3808801"/>
            <a:ext cx="178683" cy="335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  <a:stCxn id="13" idx="4"/>
            <a:endCxn id="16" idx="0"/>
          </p:cNvCxnSpPr>
          <p:nvPr/>
        </p:nvCxnSpPr>
        <p:spPr>
          <a:xfrm flipH="1">
            <a:off x="8357580" y="5424868"/>
            <a:ext cx="141427" cy="3932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cxnSpLocks/>
            <a:stCxn id="15" idx="4"/>
            <a:endCxn id="18" idx="0"/>
          </p:cNvCxnSpPr>
          <p:nvPr/>
        </p:nvCxnSpPr>
        <p:spPr>
          <a:xfrm>
            <a:off x="9486668" y="5388177"/>
            <a:ext cx="19326" cy="4299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748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a VM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User specifies</a:t>
            </a:r>
          </a:p>
          <a:p>
            <a:pPr lvl="1"/>
            <a:r>
              <a:rPr lang="en-US" dirty="0"/>
              <a:t>VM configuration (e.g., memory)</a:t>
            </a:r>
          </a:p>
          <a:p>
            <a:pPr lvl="1"/>
            <a:r>
              <a:rPr lang="en-US" dirty="0"/>
              <a:t>Software</a:t>
            </a:r>
          </a:p>
          <a:p>
            <a:r>
              <a:rPr lang="en-US" dirty="0"/>
              <a:t>Cloud software</a:t>
            </a:r>
          </a:p>
          <a:p>
            <a:pPr lvl="1"/>
            <a:r>
              <a:rPr lang="en-US" dirty="0"/>
              <a:t>Create actual VM</a:t>
            </a:r>
          </a:p>
          <a:p>
            <a:pPr lvl="1"/>
            <a:r>
              <a:rPr lang="en-US" dirty="0"/>
              <a:t>Create virtual disk(s) needed</a:t>
            </a:r>
          </a:p>
          <a:p>
            <a:pPr lvl="1"/>
            <a:r>
              <a:rPr lang="en-US" dirty="0"/>
              <a:t>Copy OS and app binaries to boot disk</a:t>
            </a:r>
          </a:p>
          <a:p>
            <a:pPr lvl="1"/>
            <a:r>
              <a:rPr lang="en-US" dirty="0"/>
              <a:t>Boot OS</a:t>
            </a:r>
          </a:p>
          <a:p>
            <a:pPr lvl="1"/>
            <a:r>
              <a:rPr lang="en-US" dirty="0"/>
              <a:t>Set up virtual network</a:t>
            </a:r>
          </a:p>
        </p:txBody>
      </p:sp>
      <p:sp>
        <p:nvSpPr>
          <p:cNvPr id="6" name="Cube 5"/>
          <p:cNvSpPr/>
          <p:nvPr/>
        </p:nvSpPr>
        <p:spPr>
          <a:xfrm>
            <a:off x="8334786" y="3484394"/>
            <a:ext cx="780228" cy="129256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</a:t>
            </a:r>
          </a:p>
        </p:txBody>
      </p:sp>
      <p:sp>
        <p:nvSpPr>
          <p:cNvPr id="8" name="Can 12"/>
          <p:cNvSpPr/>
          <p:nvPr/>
        </p:nvSpPr>
        <p:spPr>
          <a:xfrm>
            <a:off x="10488297" y="3833855"/>
            <a:ext cx="664206" cy="574700"/>
          </a:xfrm>
          <a:prstGeom prst="can">
            <a:avLst>
              <a:gd name="adj" fmla="val 37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ircle: Hollow 8"/>
          <p:cNvSpPr/>
          <p:nvPr/>
        </p:nvSpPr>
        <p:spPr>
          <a:xfrm>
            <a:off x="8456407" y="4716444"/>
            <a:ext cx="533400" cy="533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0" name="Cloud 9"/>
          <p:cNvSpPr/>
          <p:nvPr/>
        </p:nvSpPr>
        <p:spPr>
          <a:xfrm>
            <a:off x="6629400" y="1371600"/>
            <a:ext cx="4191000" cy="17526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Blob Store</a:t>
            </a:r>
          </a:p>
          <a:p>
            <a:pPr algn="ctr"/>
            <a:r>
              <a:rPr lang="en-US" sz="2400" dirty="0"/>
              <a:t>(OS binaries, application binaries)</a:t>
            </a:r>
          </a:p>
        </p:txBody>
      </p:sp>
      <p:cxnSp>
        <p:nvCxnSpPr>
          <p:cNvPr id="12" name="Straight Arrow Connector 11"/>
          <p:cNvCxnSpPr>
            <a:stCxn id="10" idx="1"/>
            <a:endCxn id="8" idx="1"/>
          </p:cNvCxnSpPr>
          <p:nvPr/>
        </p:nvCxnSpPr>
        <p:spPr>
          <a:xfrm>
            <a:off x="8724900" y="3122334"/>
            <a:ext cx="2095500" cy="711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5"/>
            <a:endCxn id="8" idx="2"/>
          </p:cNvCxnSpPr>
          <p:nvPr/>
        </p:nvCxnSpPr>
        <p:spPr>
          <a:xfrm>
            <a:off x="9115014" y="4033147"/>
            <a:ext cx="1373283" cy="88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loud 14"/>
          <p:cNvSpPr/>
          <p:nvPr/>
        </p:nvSpPr>
        <p:spPr>
          <a:xfrm>
            <a:off x="7511098" y="5596265"/>
            <a:ext cx="2427603" cy="82548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Network</a:t>
            </a:r>
          </a:p>
        </p:txBody>
      </p:sp>
      <p:cxnSp>
        <p:nvCxnSpPr>
          <p:cNvPr id="18" name="Straight Connector 17"/>
          <p:cNvCxnSpPr>
            <a:cxnSpLocks/>
            <a:stCxn id="9" idx="4"/>
            <a:endCxn id="15" idx="3"/>
          </p:cNvCxnSpPr>
          <p:nvPr/>
        </p:nvCxnSpPr>
        <p:spPr>
          <a:xfrm>
            <a:off x="8723107" y="5249844"/>
            <a:ext cx="1793" cy="393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938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 (10 mins)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accent3"/>
          </a:solidFill>
        </p:spPr>
        <p:txBody>
          <a:bodyPr>
            <a:normAutofit lnSpcReduction="10000"/>
          </a:bodyPr>
          <a:lstStyle/>
          <a:p>
            <a:r>
              <a:rPr lang="en-US" dirty="0"/>
              <a:t>Suppose we wanted to implement a bookstore portal called </a:t>
            </a:r>
            <a:r>
              <a:rPr lang="en-US" dirty="0" err="1"/>
              <a:t>Bookarts</a:t>
            </a:r>
            <a:endParaRPr lang="en-US" dirty="0"/>
          </a:p>
          <a:p>
            <a:r>
              <a:rPr lang="en-US" dirty="0"/>
              <a:t>Consider </a:t>
            </a:r>
          </a:p>
          <a:p>
            <a:pPr lvl="1"/>
            <a:r>
              <a:rPr lang="en-US" dirty="0"/>
              <a:t>User searches for book</a:t>
            </a:r>
          </a:p>
          <a:p>
            <a:pPr lvl="1"/>
            <a:r>
              <a:rPr lang="en-US" dirty="0"/>
              <a:t>User orders book</a:t>
            </a:r>
          </a:p>
          <a:p>
            <a:r>
              <a:rPr lang="en-US" dirty="0"/>
              <a:t>How would the </a:t>
            </a:r>
            <a:r>
              <a:rPr lang="en-US" dirty="0" err="1"/>
              <a:t>Bookarts</a:t>
            </a:r>
            <a:r>
              <a:rPr lang="en-US" dirty="0"/>
              <a:t> example be implemented in an IaaS cloud?</a:t>
            </a:r>
          </a:p>
          <a:p>
            <a:endParaRPr lang="en-US" dirty="0"/>
          </a:p>
          <a:p>
            <a:r>
              <a:rPr lang="en-IN" dirty="0"/>
              <a:t>Points to ponder</a:t>
            </a:r>
          </a:p>
          <a:p>
            <a:pPr lvl="1"/>
            <a:r>
              <a:rPr lang="en-IN" dirty="0"/>
              <a:t>Who creates the VM?</a:t>
            </a:r>
          </a:p>
          <a:p>
            <a:pPr lvl="1"/>
            <a:r>
              <a:rPr lang="en-IN" dirty="0"/>
              <a:t>Which machine is the VM created 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3B1BE-B1D8-43D6-871B-F1E772D42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3"/>
          </a:solidFill>
        </p:spPr>
        <p:txBody>
          <a:bodyPr>
            <a:normAutofit lnSpcReduction="10000"/>
          </a:bodyPr>
          <a:lstStyle/>
          <a:p>
            <a:r>
              <a:rPr lang="en-US" dirty="0"/>
              <a:t>Hints</a:t>
            </a:r>
          </a:p>
          <a:p>
            <a:pPr lvl="1"/>
            <a:r>
              <a:rPr lang="en-US" dirty="0"/>
              <a:t>What VMs do we need?</a:t>
            </a:r>
          </a:p>
          <a:p>
            <a:pPr lvl="1"/>
            <a:r>
              <a:rPr lang="en-US" dirty="0"/>
              <a:t>Storage: what virtual disks are attached to the VMs? What do they contain?</a:t>
            </a:r>
          </a:p>
          <a:p>
            <a:pPr lvl="1"/>
            <a:r>
              <a:rPr lang="en-US" dirty="0"/>
              <a:t>What software needs to be on the VMs?</a:t>
            </a:r>
          </a:p>
          <a:p>
            <a:pPr lvl="1"/>
            <a:r>
              <a:rPr lang="en-US" dirty="0"/>
              <a:t>Networking: how are the VMs interconnected? What is the connection to the outside world?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12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3" name="Rectangle 250"/>
          <p:cNvSpPr>
            <a:spLocks/>
          </p:cNvSpPr>
          <p:nvPr/>
        </p:nvSpPr>
        <p:spPr bwMode="auto">
          <a:xfrm>
            <a:off x="1883420" y="616174"/>
            <a:ext cx="8563570" cy="383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Myriad Pro Bold" charset="0"/>
                <a:cs typeface="Myriad Pro Bold" charset="0"/>
                <a:sym typeface="Myriad Pro Bold" charset="0"/>
              </a:rPr>
              <a:t>But questions arise as the environment grows...</a:t>
            </a:r>
          </a:p>
        </p:txBody>
      </p:sp>
      <p:sp>
        <p:nvSpPr>
          <p:cNvPr id="67594" name="Rectangle 251"/>
          <p:cNvSpPr>
            <a:spLocks/>
          </p:cNvSpPr>
          <p:nvPr/>
        </p:nvSpPr>
        <p:spPr bwMode="auto">
          <a:xfrm>
            <a:off x="1883421" y="1008968"/>
            <a:ext cx="53720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dirty="0"/>
              <a:t>“VM sprawl” can make things unmanageable very quickly</a:t>
            </a:r>
            <a:endParaRPr lang="en-US" dirty="0">
              <a:solidFill>
                <a:srgbClr val="488DA2"/>
              </a:solidFill>
              <a:latin typeface="Myriad Pro Bold" charset="0"/>
              <a:cs typeface="Myriad Pro Bold" charset="0"/>
              <a:sym typeface="Myriad Pro Bold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BDF38A0-0EF8-6101-F780-EC1E1B7BD652}"/>
              </a:ext>
            </a:extLst>
          </p:cNvPr>
          <p:cNvGrpSpPr>
            <a:grpSpLocks/>
          </p:cNvGrpSpPr>
          <p:nvPr/>
        </p:nvGrpSpPr>
        <p:grpSpPr bwMode="auto">
          <a:xfrm>
            <a:off x="2063552" y="2924944"/>
            <a:ext cx="3585963" cy="1653529"/>
            <a:chOff x="0" y="0"/>
            <a:chExt cx="5520" cy="23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C7E04AB-0A05-D83B-6FA1-507F3CE6AA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6" y="0"/>
              <a:ext cx="2805" cy="1506"/>
              <a:chOff x="0" y="0"/>
              <a:chExt cx="2804" cy="1506"/>
            </a:xfrm>
          </p:grpSpPr>
          <p:grpSp>
            <p:nvGrpSpPr>
              <p:cNvPr id="24776" name="Group 24775">
                <a:extLst>
                  <a:ext uri="{FF2B5EF4-FFF2-40B4-BE49-F238E27FC236}">
                    <a16:creationId xmlns:a16="http://schemas.microsoft.com/office/drawing/2014/main" id="{F651F7F1-02B6-E48A-E79B-98A77529F1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24792" name="Picture 4">
                  <a:extLst>
                    <a:ext uri="{FF2B5EF4-FFF2-40B4-BE49-F238E27FC236}">
                      <a16:creationId xmlns:a16="http://schemas.microsoft.com/office/drawing/2014/main" id="{9E779878-1E69-584A-9BDB-0ECACCEC995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93" name="Picture 5">
                  <a:extLst>
                    <a:ext uri="{FF2B5EF4-FFF2-40B4-BE49-F238E27FC236}">
                      <a16:creationId xmlns:a16="http://schemas.microsoft.com/office/drawing/2014/main" id="{0CA67543-9225-FA2D-C6E5-B5CFE4EB88A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94" name="Picture 6">
                  <a:extLst>
                    <a:ext uri="{FF2B5EF4-FFF2-40B4-BE49-F238E27FC236}">
                      <a16:creationId xmlns:a16="http://schemas.microsoft.com/office/drawing/2014/main" id="{0878FC05-AC0E-8D66-46CA-B64DA0CC350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95" name="Picture 7">
                  <a:extLst>
                    <a:ext uri="{FF2B5EF4-FFF2-40B4-BE49-F238E27FC236}">
                      <a16:creationId xmlns:a16="http://schemas.microsoft.com/office/drawing/2014/main" id="{A087CE1A-BA2A-3501-1E19-180FD2E5FEA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777" name="Group 8">
                <a:extLst>
                  <a:ext uri="{FF2B5EF4-FFF2-40B4-BE49-F238E27FC236}">
                    <a16:creationId xmlns:a16="http://schemas.microsoft.com/office/drawing/2014/main" id="{202612DF-5734-DF9A-42A2-A8E3AE46AB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1021"/>
                <a:chOff x="0" y="0"/>
                <a:chExt cx="1451" cy="1020"/>
              </a:xfrm>
            </p:grpSpPr>
            <p:pic>
              <p:nvPicPr>
                <p:cNvPr id="24788" name="Picture 9">
                  <a:extLst>
                    <a:ext uri="{FF2B5EF4-FFF2-40B4-BE49-F238E27FC236}">
                      <a16:creationId xmlns:a16="http://schemas.microsoft.com/office/drawing/2014/main" id="{8269EBDF-6016-1907-4071-D3AF3046AEA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89" name="Picture 10">
                  <a:extLst>
                    <a:ext uri="{FF2B5EF4-FFF2-40B4-BE49-F238E27FC236}">
                      <a16:creationId xmlns:a16="http://schemas.microsoft.com/office/drawing/2014/main" id="{C95E9B5D-98DD-3FEC-532A-0F824D0CFCF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90" name="Picture 11">
                  <a:extLst>
                    <a:ext uri="{FF2B5EF4-FFF2-40B4-BE49-F238E27FC236}">
                      <a16:creationId xmlns:a16="http://schemas.microsoft.com/office/drawing/2014/main" id="{8AAC1CCA-7E20-0F95-0C43-CF289015821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91" name="Picture 12">
                  <a:extLst>
                    <a:ext uri="{FF2B5EF4-FFF2-40B4-BE49-F238E27FC236}">
                      <a16:creationId xmlns:a16="http://schemas.microsoft.com/office/drawing/2014/main" id="{EB352F79-743B-DC98-98A3-BC538F6ED6F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778" name="Group 13">
                <a:extLst>
                  <a:ext uri="{FF2B5EF4-FFF2-40B4-BE49-F238E27FC236}">
                    <a16:creationId xmlns:a16="http://schemas.microsoft.com/office/drawing/2014/main" id="{427662BE-E52B-5D9A-80FB-113D64745B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24784" name="Picture 14">
                  <a:extLst>
                    <a:ext uri="{FF2B5EF4-FFF2-40B4-BE49-F238E27FC236}">
                      <a16:creationId xmlns:a16="http://schemas.microsoft.com/office/drawing/2014/main" id="{A02F619E-2D44-BFDC-B191-713154B0FF9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85" name="Picture 15">
                  <a:extLst>
                    <a:ext uri="{FF2B5EF4-FFF2-40B4-BE49-F238E27FC236}">
                      <a16:creationId xmlns:a16="http://schemas.microsoft.com/office/drawing/2014/main" id="{C4B2A105-1D94-A486-D5E9-74BBB3AAF66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86" name="Picture 16">
                  <a:extLst>
                    <a:ext uri="{FF2B5EF4-FFF2-40B4-BE49-F238E27FC236}">
                      <a16:creationId xmlns:a16="http://schemas.microsoft.com/office/drawing/2014/main" id="{0A5EC3FB-366C-501E-2E4D-21A0811752D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87" name="Picture 17">
                  <a:extLst>
                    <a:ext uri="{FF2B5EF4-FFF2-40B4-BE49-F238E27FC236}">
                      <a16:creationId xmlns:a16="http://schemas.microsoft.com/office/drawing/2014/main" id="{D082FD73-75EA-8A24-BC96-44757ED8D4D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779" name="Group 18">
                <a:extLst>
                  <a:ext uri="{FF2B5EF4-FFF2-40B4-BE49-F238E27FC236}">
                    <a16:creationId xmlns:a16="http://schemas.microsoft.com/office/drawing/2014/main" id="{F847C46D-8313-BA84-2285-F9EB5ACBC2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452" cy="1020"/>
                <a:chOff x="0" y="0"/>
                <a:chExt cx="1451" cy="1020"/>
              </a:xfrm>
            </p:grpSpPr>
            <p:pic>
              <p:nvPicPr>
                <p:cNvPr id="24780" name="Picture 19">
                  <a:extLst>
                    <a:ext uri="{FF2B5EF4-FFF2-40B4-BE49-F238E27FC236}">
                      <a16:creationId xmlns:a16="http://schemas.microsoft.com/office/drawing/2014/main" id="{A86D6DE8-00E6-CB9A-22F7-987D0A9C46C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81" name="Picture 20">
                  <a:extLst>
                    <a:ext uri="{FF2B5EF4-FFF2-40B4-BE49-F238E27FC236}">
                      <a16:creationId xmlns:a16="http://schemas.microsoft.com/office/drawing/2014/main" id="{F5280C12-D627-0706-E2DF-A6E1BE10290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82" name="Picture 21">
                  <a:extLst>
                    <a:ext uri="{FF2B5EF4-FFF2-40B4-BE49-F238E27FC236}">
                      <a16:creationId xmlns:a16="http://schemas.microsoft.com/office/drawing/2014/main" id="{24BE2412-CEEC-FFA9-1266-AECFCA097C3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83" name="Picture 22">
                  <a:extLst>
                    <a:ext uri="{FF2B5EF4-FFF2-40B4-BE49-F238E27FC236}">
                      <a16:creationId xmlns:a16="http://schemas.microsoft.com/office/drawing/2014/main" id="{0C714C46-91B4-A649-9961-1FF24FA5DCD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34" name="Group 23">
              <a:extLst>
                <a:ext uri="{FF2B5EF4-FFF2-40B4-BE49-F238E27FC236}">
                  <a16:creationId xmlns:a16="http://schemas.microsoft.com/office/drawing/2014/main" id="{CBC81578-9FC7-1C72-EB68-6B3B658BC2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81"/>
              <a:ext cx="2804" cy="1507"/>
              <a:chOff x="0" y="0"/>
              <a:chExt cx="2804" cy="1506"/>
            </a:xfrm>
          </p:grpSpPr>
          <p:grpSp>
            <p:nvGrpSpPr>
              <p:cNvPr id="67680" name="Group 24">
                <a:extLst>
                  <a:ext uri="{FF2B5EF4-FFF2-40B4-BE49-F238E27FC236}">
                    <a16:creationId xmlns:a16="http://schemas.microsoft.com/office/drawing/2014/main" id="{DF248D2B-C413-9746-6DD7-3306409ABB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24772" name="Picture 25">
                  <a:extLst>
                    <a:ext uri="{FF2B5EF4-FFF2-40B4-BE49-F238E27FC236}">
                      <a16:creationId xmlns:a16="http://schemas.microsoft.com/office/drawing/2014/main" id="{6B7AFDE6-3E88-5906-6FFA-671F233F806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73" name="Picture 26">
                  <a:extLst>
                    <a:ext uri="{FF2B5EF4-FFF2-40B4-BE49-F238E27FC236}">
                      <a16:creationId xmlns:a16="http://schemas.microsoft.com/office/drawing/2014/main" id="{649754DD-5FC0-1506-E10D-86707B1E6B3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74" name="Picture 27">
                  <a:extLst>
                    <a:ext uri="{FF2B5EF4-FFF2-40B4-BE49-F238E27FC236}">
                      <a16:creationId xmlns:a16="http://schemas.microsoft.com/office/drawing/2014/main" id="{651F3ACD-CA14-A305-157D-D2E619EA8A1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75" name="Picture 28">
                  <a:extLst>
                    <a:ext uri="{FF2B5EF4-FFF2-40B4-BE49-F238E27FC236}">
                      <a16:creationId xmlns:a16="http://schemas.microsoft.com/office/drawing/2014/main" id="{F488DCEA-9EA6-D09B-4AD1-90B4C8DD079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681" name="Group 29">
                <a:extLst>
                  <a:ext uri="{FF2B5EF4-FFF2-40B4-BE49-F238E27FC236}">
                    <a16:creationId xmlns:a16="http://schemas.microsoft.com/office/drawing/2014/main" id="{98131468-11AB-B195-F0F0-87981B4267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895"/>
                <a:chOff x="0" y="0"/>
                <a:chExt cx="1451" cy="894"/>
              </a:xfrm>
            </p:grpSpPr>
            <p:pic>
              <p:nvPicPr>
                <p:cNvPr id="24769" name="Picture 30">
                  <a:extLst>
                    <a:ext uri="{FF2B5EF4-FFF2-40B4-BE49-F238E27FC236}">
                      <a16:creationId xmlns:a16="http://schemas.microsoft.com/office/drawing/2014/main" id="{6146A80C-621E-28A1-5807-E4E5F88E774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70" name="Picture 31">
                  <a:extLst>
                    <a:ext uri="{FF2B5EF4-FFF2-40B4-BE49-F238E27FC236}">
                      <a16:creationId xmlns:a16="http://schemas.microsoft.com/office/drawing/2014/main" id="{BF0F0843-2FB4-87C0-3A2A-89DD0F065A9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71" name="Picture 32">
                  <a:extLst>
                    <a:ext uri="{FF2B5EF4-FFF2-40B4-BE49-F238E27FC236}">
                      <a16:creationId xmlns:a16="http://schemas.microsoft.com/office/drawing/2014/main" id="{E6468AAD-98C2-E948-20F5-44A0AF54A25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682" name="Group 33">
                <a:extLst>
                  <a:ext uri="{FF2B5EF4-FFF2-40B4-BE49-F238E27FC236}">
                    <a16:creationId xmlns:a16="http://schemas.microsoft.com/office/drawing/2014/main" id="{7208226E-B4B9-08F4-CFCC-B8C8749E47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67704" name="Picture 34">
                  <a:extLst>
                    <a:ext uri="{FF2B5EF4-FFF2-40B4-BE49-F238E27FC236}">
                      <a16:creationId xmlns:a16="http://schemas.microsoft.com/office/drawing/2014/main" id="{5F2ED75B-930B-799C-BD05-D23D425AD85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705" name="Picture 35">
                  <a:extLst>
                    <a:ext uri="{FF2B5EF4-FFF2-40B4-BE49-F238E27FC236}">
                      <a16:creationId xmlns:a16="http://schemas.microsoft.com/office/drawing/2014/main" id="{DDA8361E-7EBC-8783-7C0A-705AA3FD0E1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706" name="Picture 36">
                  <a:extLst>
                    <a:ext uri="{FF2B5EF4-FFF2-40B4-BE49-F238E27FC236}">
                      <a16:creationId xmlns:a16="http://schemas.microsoft.com/office/drawing/2014/main" id="{7AB1A818-B602-828E-CD02-8C46CEF9CE3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768" name="Picture 37">
                  <a:extLst>
                    <a:ext uri="{FF2B5EF4-FFF2-40B4-BE49-F238E27FC236}">
                      <a16:creationId xmlns:a16="http://schemas.microsoft.com/office/drawing/2014/main" id="{FC78E813-F08F-915C-EE13-5566E3294FD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683" name="Group 38">
                <a:extLst>
                  <a:ext uri="{FF2B5EF4-FFF2-40B4-BE49-F238E27FC236}">
                    <a16:creationId xmlns:a16="http://schemas.microsoft.com/office/drawing/2014/main" id="{6A3BA584-5DEE-53CA-0075-0E687320DB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452" cy="1020"/>
                <a:chOff x="0" y="0"/>
                <a:chExt cx="1451" cy="1020"/>
              </a:xfrm>
            </p:grpSpPr>
            <p:pic>
              <p:nvPicPr>
                <p:cNvPr id="67700" name="Picture 39">
                  <a:extLst>
                    <a:ext uri="{FF2B5EF4-FFF2-40B4-BE49-F238E27FC236}">
                      <a16:creationId xmlns:a16="http://schemas.microsoft.com/office/drawing/2014/main" id="{D2D1AA19-48BC-D3D0-3E79-7A2452BDB2A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701" name="Picture 40">
                  <a:extLst>
                    <a:ext uri="{FF2B5EF4-FFF2-40B4-BE49-F238E27FC236}">
                      <a16:creationId xmlns:a16="http://schemas.microsoft.com/office/drawing/2014/main" id="{93E1CA6C-C42E-E01B-9CDB-7A7C408A646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702" name="Picture 41">
                  <a:extLst>
                    <a:ext uri="{FF2B5EF4-FFF2-40B4-BE49-F238E27FC236}">
                      <a16:creationId xmlns:a16="http://schemas.microsoft.com/office/drawing/2014/main" id="{97422C82-C5C7-4490-2340-9FCEDD8EBEC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703" name="Picture 42">
                  <a:extLst>
                    <a:ext uri="{FF2B5EF4-FFF2-40B4-BE49-F238E27FC236}">
                      <a16:creationId xmlns:a16="http://schemas.microsoft.com/office/drawing/2014/main" id="{508A7DF1-285A-0D4A-7E0F-A246DC54B4E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35" name="Group 43">
              <a:extLst>
                <a:ext uri="{FF2B5EF4-FFF2-40B4-BE49-F238E27FC236}">
                  <a16:creationId xmlns:a16="http://schemas.microsoft.com/office/drawing/2014/main" id="{B34E6356-1251-0109-D68A-BCF55AE66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5" y="476"/>
              <a:ext cx="2805" cy="1506"/>
              <a:chOff x="0" y="0"/>
              <a:chExt cx="2804" cy="1506"/>
            </a:xfrm>
          </p:grpSpPr>
          <p:grpSp>
            <p:nvGrpSpPr>
              <p:cNvPr id="49" name="Group 44">
                <a:extLst>
                  <a:ext uri="{FF2B5EF4-FFF2-40B4-BE49-F238E27FC236}">
                    <a16:creationId xmlns:a16="http://schemas.microsoft.com/office/drawing/2014/main" id="{21126FAF-DADF-0435-05CB-7C3E5A1A44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67661" name="Picture 45">
                  <a:extLst>
                    <a:ext uri="{FF2B5EF4-FFF2-40B4-BE49-F238E27FC236}">
                      <a16:creationId xmlns:a16="http://schemas.microsoft.com/office/drawing/2014/main" id="{BF231F02-E253-DA23-BE68-4EDBA3ACF67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662" name="Picture 46">
                  <a:extLst>
                    <a:ext uri="{FF2B5EF4-FFF2-40B4-BE49-F238E27FC236}">
                      <a16:creationId xmlns:a16="http://schemas.microsoft.com/office/drawing/2014/main" id="{025B0B36-E591-FBFC-4444-AEE219E34C4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663" name="Picture 47">
                  <a:extLst>
                    <a:ext uri="{FF2B5EF4-FFF2-40B4-BE49-F238E27FC236}">
                      <a16:creationId xmlns:a16="http://schemas.microsoft.com/office/drawing/2014/main" id="{8B720312-A8E4-F269-A980-F3216B79339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664" name="Picture 48">
                  <a:extLst>
                    <a:ext uri="{FF2B5EF4-FFF2-40B4-BE49-F238E27FC236}">
                      <a16:creationId xmlns:a16="http://schemas.microsoft.com/office/drawing/2014/main" id="{D71F9289-CF1E-FF42-2F09-DA364106BB1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9F69689-03B6-3F0C-1E4D-6799755F4A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1021"/>
                <a:chOff x="0" y="0"/>
                <a:chExt cx="1451" cy="1020"/>
              </a:xfrm>
            </p:grpSpPr>
            <p:pic>
              <p:nvPicPr>
                <p:cNvPr id="60" name="Picture 50">
                  <a:extLst>
                    <a:ext uri="{FF2B5EF4-FFF2-40B4-BE49-F238E27FC236}">
                      <a16:creationId xmlns:a16="http://schemas.microsoft.com/office/drawing/2014/main" id="{282A7B9C-6F5D-0BF1-1DCB-D2FE46FAF4B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1" name="Picture 51">
                  <a:extLst>
                    <a:ext uri="{FF2B5EF4-FFF2-40B4-BE49-F238E27FC236}">
                      <a16:creationId xmlns:a16="http://schemas.microsoft.com/office/drawing/2014/main" id="{8BCBA5AA-E4C1-9046-CD7B-AD21577CDC3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2" name="Picture 52">
                  <a:extLst>
                    <a:ext uri="{FF2B5EF4-FFF2-40B4-BE49-F238E27FC236}">
                      <a16:creationId xmlns:a16="http://schemas.microsoft.com/office/drawing/2014/main" id="{52F1D300-9DAC-619A-C764-7D01B6EE1BB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3" name="Picture 53">
                  <a:extLst>
                    <a:ext uri="{FF2B5EF4-FFF2-40B4-BE49-F238E27FC236}">
                      <a16:creationId xmlns:a16="http://schemas.microsoft.com/office/drawing/2014/main" id="{FFD5D330-933D-5925-6D18-5BD4D55654B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1" name="Group 54">
                <a:extLst>
                  <a:ext uri="{FF2B5EF4-FFF2-40B4-BE49-F238E27FC236}">
                    <a16:creationId xmlns:a16="http://schemas.microsoft.com/office/drawing/2014/main" id="{DD6AB961-8C6A-339B-C246-95631E8255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57BCCAEB-BF03-02B9-6826-0C73AAEFA02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6835ABB7-DFB2-C511-7C82-2E9B5A808ED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6801C15A-3A89-3244-8B50-F9868D856E9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0B29FE66-74A9-DB66-DE25-8757CD5D2EC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2" name="Group 59">
                <a:extLst>
                  <a:ext uri="{FF2B5EF4-FFF2-40B4-BE49-F238E27FC236}">
                    <a16:creationId xmlns:a16="http://schemas.microsoft.com/office/drawing/2014/main" id="{1CD2D7C4-CC76-59F7-4B90-DD9F249375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118" cy="1020"/>
                <a:chOff x="0" y="0"/>
                <a:chExt cx="1117" cy="1020"/>
              </a:xfrm>
            </p:grpSpPr>
            <p:pic>
              <p:nvPicPr>
                <p:cNvPr id="53" name="Picture 60">
                  <a:extLst>
                    <a:ext uri="{FF2B5EF4-FFF2-40B4-BE49-F238E27FC236}">
                      <a16:creationId xmlns:a16="http://schemas.microsoft.com/office/drawing/2014/main" id="{EB6BB194-4EDA-8648-B369-F311510DAFC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4" name="Picture 61">
                  <a:extLst>
                    <a:ext uri="{FF2B5EF4-FFF2-40B4-BE49-F238E27FC236}">
                      <a16:creationId xmlns:a16="http://schemas.microsoft.com/office/drawing/2014/main" id="{C71B6F85-278A-C678-7921-5825E1B1C6C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5" name="Picture 62">
                  <a:extLst>
                    <a:ext uri="{FF2B5EF4-FFF2-40B4-BE49-F238E27FC236}">
                      <a16:creationId xmlns:a16="http://schemas.microsoft.com/office/drawing/2014/main" id="{7712BDAC-088B-46F8-F057-1BBEE218630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36" name="Group 63">
              <a:extLst>
                <a:ext uri="{FF2B5EF4-FFF2-40B4-BE49-F238E27FC236}">
                  <a16:creationId xmlns:a16="http://schemas.microsoft.com/office/drawing/2014/main" id="{3520E08A-286A-B370-B8AE-34BF49A0F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2" y="962"/>
              <a:ext cx="1807" cy="1382"/>
              <a:chOff x="0" y="0"/>
              <a:chExt cx="1806" cy="1381"/>
            </a:xfrm>
          </p:grpSpPr>
          <p:grpSp>
            <p:nvGrpSpPr>
              <p:cNvPr id="37" name="Group 64">
                <a:extLst>
                  <a:ext uri="{FF2B5EF4-FFF2-40B4-BE49-F238E27FC236}">
                    <a16:creationId xmlns:a16="http://schemas.microsoft.com/office/drawing/2014/main" id="{C0CFA550-8ACD-A834-72DF-593FB64723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451" cy="1020"/>
                <a:chOff x="0" y="0"/>
                <a:chExt cx="1451" cy="1020"/>
              </a:xfrm>
            </p:grpSpPr>
            <p:pic>
              <p:nvPicPr>
                <p:cNvPr id="45" name="Picture 65">
                  <a:extLst>
                    <a:ext uri="{FF2B5EF4-FFF2-40B4-BE49-F238E27FC236}">
                      <a16:creationId xmlns:a16="http://schemas.microsoft.com/office/drawing/2014/main" id="{B7234E2E-B30D-EB55-59D7-7B01AD5293A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6" name="Picture 66">
                  <a:extLst>
                    <a:ext uri="{FF2B5EF4-FFF2-40B4-BE49-F238E27FC236}">
                      <a16:creationId xmlns:a16="http://schemas.microsoft.com/office/drawing/2014/main" id="{6C5B664C-C254-D715-079F-94E0AAAF55A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7" name="Picture 67">
                  <a:extLst>
                    <a:ext uri="{FF2B5EF4-FFF2-40B4-BE49-F238E27FC236}">
                      <a16:creationId xmlns:a16="http://schemas.microsoft.com/office/drawing/2014/main" id="{09D6662B-65D6-D589-319C-C0FE32291FA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8" name="Picture 68">
                  <a:extLst>
                    <a:ext uri="{FF2B5EF4-FFF2-40B4-BE49-F238E27FC236}">
                      <a16:creationId xmlns:a16="http://schemas.microsoft.com/office/drawing/2014/main" id="{5111B606-6CA5-9F5E-75E3-35925B9B216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8" name="Group 69">
                <a:extLst>
                  <a:ext uri="{FF2B5EF4-FFF2-40B4-BE49-F238E27FC236}">
                    <a16:creationId xmlns:a16="http://schemas.microsoft.com/office/drawing/2014/main" id="{3F12D41A-CE3C-4361-650E-ED34B5D9E3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9" y="240"/>
                <a:ext cx="1117" cy="1020"/>
                <a:chOff x="0" y="0"/>
                <a:chExt cx="1117" cy="1020"/>
              </a:xfrm>
            </p:grpSpPr>
            <p:pic>
              <p:nvPicPr>
                <p:cNvPr id="42" name="Picture 70">
                  <a:extLst>
                    <a:ext uri="{FF2B5EF4-FFF2-40B4-BE49-F238E27FC236}">
                      <a16:creationId xmlns:a16="http://schemas.microsoft.com/office/drawing/2014/main" id="{607DEAE4-102E-6F69-FFC2-EB6A8CC745C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3" name="Picture 71">
                  <a:extLst>
                    <a:ext uri="{FF2B5EF4-FFF2-40B4-BE49-F238E27FC236}">
                      <a16:creationId xmlns:a16="http://schemas.microsoft.com/office/drawing/2014/main" id="{07C441B9-CA05-1AC3-AC7E-07536692706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4" name="Picture 72">
                  <a:extLst>
                    <a:ext uri="{FF2B5EF4-FFF2-40B4-BE49-F238E27FC236}">
                      <a16:creationId xmlns:a16="http://schemas.microsoft.com/office/drawing/2014/main" id="{5E5963E6-FFCB-D570-9121-4383564812F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9" name="Group 73">
                <a:extLst>
                  <a:ext uri="{FF2B5EF4-FFF2-40B4-BE49-F238E27FC236}">
                    <a16:creationId xmlns:a16="http://schemas.microsoft.com/office/drawing/2014/main" id="{36149646-EA53-EEF3-03E2-6EFA4DDDA8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" y="486"/>
                <a:ext cx="1118" cy="895"/>
                <a:chOff x="0" y="0"/>
                <a:chExt cx="1117" cy="894"/>
              </a:xfrm>
            </p:grpSpPr>
            <p:pic>
              <p:nvPicPr>
                <p:cNvPr id="40" name="Picture 74">
                  <a:extLst>
                    <a:ext uri="{FF2B5EF4-FFF2-40B4-BE49-F238E27FC236}">
                      <a16:creationId xmlns:a16="http://schemas.microsoft.com/office/drawing/2014/main" id="{1A9A1246-7618-CE0E-ED69-36B7BDAE125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1" name="Picture 75">
                  <a:extLst>
                    <a:ext uri="{FF2B5EF4-FFF2-40B4-BE49-F238E27FC236}">
                      <a16:creationId xmlns:a16="http://schemas.microsoft.com/office/drawing/2014/main" id="{65938C5B-3A20-A6D6-DCA7-AF0A1890098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grpSp>
        <p:nvGrpSpPr>
          <p:cNvPr id="24796" name="Group 76">
            <a:extLst>
              <a:ext uri="{FF2B5EF4-FFF2-40B4-BE49-F238E27FC236}">
                <a16:creationId xmlns:a16="http://schemas.microsoft.com/office/drawing/2014/main" id="{E0D239F7-A5AC-8647-FAAB-45D7B3F09958}"/>
              </a:ext>
            </a:extLst>
          </p:cNvPr>
          <p:cNvGrpSpPr>
            <a:grpSpLocks/>
          </p:cNvGrpSpPr>
          <p:nvPr/>
        </p:nvGrpSpPr>
        <p:grpSpPr bwMode="auto">
          <a:xfrm>
            <a:off x="6354962" y="3140968"/>
            <a:ext cx="3989511" cy="1937569"/>
            <a:chOff x="0" y="0"/>
            <a:chExt cx="5520" cy="2344"/>
          </a:xfrm>
        </p:grpSpPr>
        <p:grpSp>
          <p:nvGrpSpPr>
            <p:cNvPr id="24797" name="Group 77">
              <a:extLst>
                <a:ext uri="{FF2B5EF4-FFF2-40B4-BE49-F238E27FC236}">
                  <a16:creationId xmlns:a16="http://schemas.microsoft.com/office/drawing/2014/main" id="{476224EF-B43F-1B41-E08F-C67767599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6" y="0"/>
              <a:ext cx="2805" cy="1506"/>
              <a:chOff x="0" y="0"/>
              <a:chExt cx="2804" cy="1506"/>
            </a:xfrm>
          </p:grpSpPr>
          <p:grpSp>
            <p:nvGrpSpPr>
              <p:cNvPr id="67877" name="Group 78">
                <a:extLst>
                  <a:ext uri="{FF2B5EF4-FFF2-40B4-BE49-F238E27FC236}">
                    <a16:creationId xmlns:a16="http://schemas.microsoft.com/office/drawing/2014/main" id="{EE4CA2E0-7752-C947-A29E-DF728584A4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67893" name="Picture 79">
                  <a:extLst>
                    <a:ext uri="{FF2B5EF4-FFF2-40B4-BE49-F238E27FC236}">
                      <a16:creationId xmlns:a16="http://schemas.microsoft.com/office/drawing/2014/main" id="{9C8080D9-9BDC-D0C8-67F4-ECF6425A571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94" name="Picture 80">
                  <a:extLst>
                    <a:ext uri="{FF2B5EF4-FFF2-40B4-BE49-F238E27FC236}">
                      <a16:creationId xmlns:a16="http://schemas.microsoft.com/office/drawing/2014/main" id="{C79168DB-591C-53BE-2655-DC34A6C64B5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95" name="Picture 81">
                  <a:extLst>
                    <a:ext uri="{FF2B5EF4-FFF2-40B4-BE49-F238E27FC236}">
                      <a16:creationId xmlns:a16="http://schemas.microsoft.com/office/drawing/2014/main" id="{0022D66E-5BE0-3BAF-74FA-B5EACEC65B1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96" name="Picture 82">
                  <a:extLst>
                    <a:ext uri="{FF2B5EF4-FFF2-40B4-BE49-F238E27FC236}">
                      <a16:creationId xmlns:a16="http://schemas.microsoft.com/office/drawing/2014/main" id="{18B1717D-B6B2-EDF8-6E81-457972A3249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878" name="Group 83">
                <a:extLst>
                  <a:ext uri="{FF2B5EF4-FFF2-40B4-BE49-F238E27FC236}">
                    <a16:creationId xmlns:a16="http://schemas.microsoft.com/office/drawing/2014/main" id="{9D6B080F-3DC9-F445-3F98-7FD2217574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1021"/>
                <a:chOff x="0" y="0"/>
                <a:chExt cx="1451" cy="1020"/>
              </a:xfrm>
            </p:grpSpPr>
            <p:pic>
              <p:nvPicPr>
                <p:cNvPr id="67889" name="Picture 84">
                  <a:extLst>
                    <a:ext uri="{FF2B5EF4-FFF2-40B4-BE49-F238E27FC236}">
                      <a16:creationId xmlns:a16="http://schemas.microsoft.com/office/drawing/2014/main" id="{C7B49419-DB48-E887-9C65-6C92D15DEDD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90" name="Picture 85">
                  <a:extLst>
                    <a:ext uri="{FF2B5EF4-FFF2-40B4-BE49-F238E27FC236}">
                      <a16:creationId xmlns:a16="http://schemas.microsoft.com/office/drawing/2014/main" id="{3410D61A-C27D-A0A8-3EBC-F315695109F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91" name="Picture 86">
                  <a:extLst>
                    <a:ext uri="{FF2B5EF4-FFF2-40B4-BE49-F238E27FC236}">
                      <a16:creationId xmlns:a16="http://schemas.microsoft.com/office/drawing/2014/main" id="{98612450-E4EB-385B-B9D2-2138FF59C7D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92" name="Picture 87">
                  <a:extLst>
                    <a:ext uri="{FF2B5EF4-FFF2-40B4-BE49-F238E27FC236}">
                      <a16:creationId xmlns:a16="http://schemas.microsoft.com/office/drawing/2014/main" id="{6354A8C7-6579-6D36-AAA2-3A4E7A49DF7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879" name="Group 88">
                <a:extLst>
                  <a:ext uri="{FF2B5EF4-FFF2-40B4-BE49-F238E27FC236}">
                    <a16:creationId xmlns:a16="http://schemas.microsoft.com/office/drawing/2014/main" id="{3BEA5B45-A377-26F0-387C-93FFA4BC70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67885" name="Picture 89">
                  <a:extLst>
                    <a:ext uri="{FF2B5EF4-FFF2-40B4-BE49-F238E27FC236}">
                      <a16:creationId xmlns:a16="http://schemas.microsoft.com/office/drawing/2014/main" id="{E330A1B3-AEEF-1C92-E009-CC553E1FF84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86" name="Picture 90">
                  <a:extLst>
                    <a:ext uri="{FF2B5EF4-FFF2-40B4-BE49-F238E27FC236}">
                      <a16:creationId xmlns:a16="http://schemas.microsoft.com/office/drawing/2014/main" id="{EF5681C8-2760-0985-9716-12A2A50B1BC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87" name="Picture 91">
                  <a:extLst>
                    <a:ext uri="{FF2B5EF4-FFF2-40B4-BE49-F238E27FC236}">
                      <a16:creationId xmlns:a16="http://schemas.microsoft.com/office/drawing/2014/main" id="{8CC396F5-B9AF-B52D-CDCF-49C6FEE80FE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88" name="Picture 92">
                  <a:extLst>
                    <a:ext uri="{FF2B5EF4-FFF2-40B4-BE49-F238E27FC236}">
                      <a16:creationId xmlns:a16="http://schemas.microsoft.com/office/drawing/2014/main" id="{5988295B-7691-E9AF-9109-395BD9FFEED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880" name="Group 93">
                <a:extLst>
                  <a:ext uri="{FF2B5EF4-FFF2-40B4-BE49-F238E27FC236}">
                    <a16:creationId xmlns:a16="http://schemas.microsoft.com/office/drawing/2014/main" id="{D0C0AA1E-96C6-8CFD-5342-E1D47816A0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452" cy="1020"/>
                <a:chOff x="0" y="0"/>
                <a:chExt cx="1451" cy="1020"/>
              </a:xfrm>
            </p:grpSpPr>
            <p:pic>
              <p:nvPicPr>
                <p:cNvPr id="67881" name="Picture 94">
                  <a:extLst>
                    <a:ext uri="{FF2B5EF4-FFF2-40B4-BE49-F238E27FC236}">
                      <a16:creationId xmlns:a16="http://schemas.microsoft.com/office/drawing/2014/main" id="{3E59CBDD-926F-F03D-656E-FAA8DCCB16A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82" name="Picture 95">
                  <a:extLst>
                    <a:ext uri="{FF2B5EF4-FFF2-40B4-BE49-F238E27FC236}">
                      <a16:creationId xmlns:a16="http://schemas.microsoft.com/office/drawing/2014/main" id="{0E1C66D4-DFCF-43FA-7D55-93E6FC1BCE9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83" name="Picture 96">
                  <a:extLst>
                    <a:ext uri="{FF2B5EF4-FFF2-40B4-BE49-F238E27FC236}">
                      <a16:creationId xmlns:a16="http://schemas.microsoft.com/office/drawing/2014/main" id="{70CF172B-8E29-8B8E-BAF4-DA06C13457C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84" name="Picture 97">
                  <a:extLst>
                    <a:ext uri="{FF2B5EF4-FFF2-40B4-BE49-F238E27FC236}">
                      <a16:creationId xmlns:a16="http://schemas.microsoft.com/office/drawing/2014/main" id="{1B1B76B2-9F95-3866-2EC8-438A5DEB49E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798" name="Group 98">
              <a:extLst>
                <a:ext uri="{FF2B5EF4-FFF2-40B4-BE49-F238E27FC236}">
                  <a16:creationId xmlns:a16="http://schemas.microsoft.com/office/drawing/2014/main" id="{E722EED6-0E59-60EE-D131-DF59B3F810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81"/>
              <a:ext cx="2804" cy="1507"/>
              <a:chOff x="0" y="0"/>
              <a:chExt cx="2804" cy="1506"/>
            </a:xfrm>
          </p:grpSpPr>
          <p:grpSp>
            <p:nvGrpSpPr>
              <p:cNvPr id="67858" name="Group 99">
                <a:extLst>
                  <a:ext uri="{FF2B5EF4-FFF2-40B4-BE49-F238E27FC236}">
                    <a16:creationId xmlns:a16="http://schemas.microsoft.com/office/drawing/2014/main" id="{9C8F062B-A235-1D63-0F3C-FC06FED92C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67873" name="Picture 100">
                  <a:extLst>
                    <a:ext uri="{FF2B5EF4-FFF2-40B4-BE49-F238E27FC236}">
                      <a16:creationId xmlns:a16="http://schemas.microsoft.com/office/drawing/2014/main" id="{62193496-741A-E5E8-EBA7-C42BDD8F549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74" name="Picture 101">
                  <a:extLst>
                    <a:ext uri="{FF2B5EF4-FFF2-40B4-BE49-F238E27FC236}">
                      <a16:creationId xmlns:a16="http://schemas.microsoft.com/office/drawing/2014/main" id="{80496F40-89A6-8489-E811-210E1F41303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75" name="Picture 102">
                  <a:extLst>
                    <a:ext uri="{FF2B5EF4-FFF2-40B4-BE49-F238E27FC236}">
                      <a16:creationId xmlns:a16="http://schemas.microsoft.com/office/drawing/2014/main" id="{073FD95D-2337-4C4F-FCE3-09A7CE1E820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76" name="Picture 103">
                  <a:extLst>
                    <a:ext uri="{FF2B5EF4-FFF2-40B4-BE49-F238E27FC236}">
                      <a16:creationId xmlns:a16="http://schemas.microsoft.com/office/drawing/2014/main" id="{D155993E-FC47-1860-56C9-1D7A748534C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859" name="Group 104">
                <a:extLst>
                  <a:ext uri="{FF2B5EF4-FFF2-40B4-BE49-F238E27FC236}">
                    <a16:creationId xmlns:a16="http://schemas.microsoft.com/office/drawing/2014/main" id="{F7DC0536-B178-E0C4-B9CC-43C20AA4AD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895"/>
                <a:chOff x="0" y="0"/>
                <a:chExt cx="1451" cy="894"/>
              </a:xfrm>
            </p:grpSpPr>
            <p:pic>
              <p:nvPicPr>
                <p:cNvPr id="67870" name="Picture 105">
                  <a:extLst>
                    <a:ext uri="{FF2B5EF4-FFF2-40B4-BE49-F238E27FC236}">
                      <a16:creationId xmlns:a16="http://schemas.microsoft.com/office/drawing/2014/main" id="{5B318F57-D020-858D-37A4-750C67B502A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71" name="Picture 106">
                  <a:extLst>
                    <a:ext uri="{FF2B5EF4-FFF2-40B4-BE49-F238E27FC236}">
                      <a16:creationId xmlns:a16="http://schemas.microsoft.com/office/drawing/2014/main" id="{1F5EF357-5136-FA20-25BE-E8DF6B5E031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72" name="Picture 107">
                  <a:extLst>
                    <a:ext uri="{FF2B5EF4-FFF2-40B4-BE49-F238E27FC236}">
                      <a16:creationId xmlns:a16="http://schemas.microsoft.com/office/drawing/2014/main" id="{219D7E40-F1F8-E5B9-CC0A-C69D06DFA7D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860" name="Group 108">
                <a:extLst>
                  <a:ext uri="{FF2B5EF4-FFF2-40B4-BE49-F238E27FC236}">
                    <a16:creationId xmlns:a16="http://schemas.microsoft.com/office/drawing/2014/main" id="{67C64EAA-8560-4300-21D5-8E72DB4715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67866" name="Picture 109">
                  <a:extLst>
                    <a:ext uri="{FF2B5EF4-FFF2-40B4-BE49-F238E27FC236}">
                      <a16:creationId xmlns:a16="http://schemas.microsoft.com/office/drawing/2014/main" id="{1C8503A2-337A-09BE-6EFF-6B09AB5FB58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67" name="Picture 110">
                  <a:extLst>
                    <a:ext uri="{FF2B5EF4-FFF2-40B4-BE49-F238E27FC236}">
                      <a16:creationId xmlns:a16="http://schemas.microsoft.com/office/drawing/2014/main" id="{8F63E397-1416-BCE8-F66A-ABBBF48C5FA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68" name="Picture 111">
                  <a:extLst>
                    <a:ext uri="{FF2B5EF4-FFF2-40B4-BE49-F238E27FC236}">
                      <a16:creationId xmlns:a16="http://schemas.microsoft.com/office/drawing/2014/main" id="{852F574E-8C61-FAEB-EF10-3CF1B01CD6F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69" name="Picture 112">
                  <a:extLst>
                    <a:ext uri="{FF2B5EF4-FFF2-40B4-BE49-F238E27FC236}">
                      <a16:creationId xmlns:a16="http://schemas.microsoft.com/office/drawing/2014/main" id="{F1876317-6D6B-3958-DF66-459D6FAB29B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861" name="Group 113">
                <a:extLst>
                  <a:ext uri="{FF2B5EF4-FFF2-40B4-BE49-F238E27FC236}">
                    <a16:creationId xmlns:a16="http://schemas.microsoft.com/office/drawing/2014/main" id="{DF6099A5-FE58-9EE3-726C-7FF99AF8EA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452" cy="1020"/>
                <a:chOff x="0" y="0"/>
                <a:chExt cx="1451" cy="1020"/>
              </a:xfrm>
            </p:grpSpPr>
            <p:pic>
              <p:nvPicPr>
                <p:cNvPr id="67862" name="Picture 114">
                  <a:extLst>
                    <a:ext uri="{FF2B5EF4-FFF2-40B4-BE49-F238E27FC236}">
                      <a16:creationId xmlns:a16="http://schemas.microsoft.com/office/drawing/2014/main" id="{3B78A957-5F3B-B010-F75E-990B7DB70F5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63" name="Picture 115">
                  <a:extLst>
                    <a:ext uri="{FF2B5EF4-FFF2-40B4-BE49-F238E27FC236}">
                      <a16:creationId xmlns:a16="http://schemas.microsoft.com/office/drawing/2014/main" id="{7EBB7162-4D90-EAE5-0863-4AFE142224F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64" name="Picture 116">
                  <a:extLst>
                    <a:ext uri="{FF2B5EF4-FFF2-40B4-BE49-F238E27FC236}">
                      <a16:creationId xmlns:a16="http://schemas.microsoft.com/office/drawing/2014/main" id="{F0F05AE8-E051-81C8-239B-BEA6709B41E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65" name="Picture 117">
                  <a:extLst>
                    <a:ext uri="{FF2B5EF4-FFF2-40B4-BE49-F238E27FC236}">
                      <a16:creationId xmlns:a16="http://schemas.microsoft.com/office/drawing/2014/main" id="{0E55E641-79AB-B0EA-26A2-A2A5A371F4E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799" name="Group 118">
              <a:extLst>
                <a:ext uri="{FF2B5EF4-FFF2-40B4-BE49-F238E27FC236}">
                  <a16:creationId xmlns:a16="http://schemas.microsoft.com/office/drawing/2014/main" id="{6091731F-5B1D-03B7-65B7-7FC673676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5" y="476"/>
              <a:ext cx="2805" cy="1506"/>
              <a:chOff x="0" y="0"/>
              <a:chExt cx="2804" cy="1506"/>
            </a:xfrm>
          </p:grpSpPr>
          <p:grpSp>
            <p:nvGrpSpPr>
              <p:cNvPr id="24814" name="Group 119">
                <a:extLst>
                  <a:ext uri="{FF2B5EF4-FFF2-40B4-BE49-F238E27FC236}">
                    <a16:creationId xmlns:a16="http://schemas.microsoft.com/office/drawing/2014/main" id="{608004F8-D5D3-E2C4-D8AE-A03237E736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67854" name="Picture 120">
                  <a:extLst>
                    <a:ext uri="{FF2B5EF4-FFF2-40B4-BE49-F238E27FC236}">
                      <a16:creationId xmlns:a16="http://schemas.microsoft.com/office/drawing/2014/main" id="{076478CA-C3B8-98D9-BE5C-743DEAE3060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55" name="Picture 121">
                  <a:extLst>
                    <a:ext uri="{FF2B5EF4-FFF2-40B4-BE49-F238E27FC236}">
                      <a16:creationId xmlns:a16="http://schemas.microsoft.com/office/drawing/2014/main" id="{F5A6018C-C999-4247-DF42-155055EB947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56" name="Picture 122">
                  <a:extLst>
                    <a:ext uri="{FF2B5EF4-FFF2-40B4-BE49-F238E27FC236}">
                      <a16:creationId xmlns:a16="http://schemas.microsoft.com/office/drawing/2014/main" id="{4FAE14F3-D563-81D3-3F57-03CD4ABB321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857" name="Picture 123">
                  <a:extLst>
                    <a:ext uri="{FF2B5EF4-FFF2-40B4-BE49-F238E27FC236}">
                      <a16:creationId xmlns:a16="http://schemas.microsoft.com/office/drawing/2014/main" id="{641495BD-7637-B622-F38A-F5325AA44EF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815" name="Group 124">
                <a:extLst>
                  <a:ext uri="{FF2B5EF4-FFF2-40B4-BE49-F238E27FC236}">
                    <a16:creationId xmlns:a16="http://schemas.microsoft.com/office/drawing/2014/main" id="{56B4111F-EFA2-8150-F2DB-E625F9787D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1021"/>
                <a:chOff x="0" y="0"/>
                <a:chExt cx="1451" cy="1020"/>
              </a:xfrm>
            </p:grpSpPr>
            <p:pic>
              <p:nvPicPr>
                <p:cNvPr id="24828" name="Picture 125">
                  <a:extLst>
                    <a:ext uri="{FF2B5EF4-FFF2-40B4-BE49-F238E27FC236}">
                      <a16:creationId xmlns:a16="http://schemas.microsoft.com/office/drawing/2014/main" id="{B14D8A83-294C-0EE5-47E4-6587C7350BC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29" name="Picture 126">
                  <a:extLst>
                    <a:ext uri="{FF2B5EF4-FFF2-40B4-BE49-F238E27FC236}">
                      <a16:creationId xmlns:a16="http://schemas.microsoft.com/office/drawing/2014/main" id="{FB3CADB0-1EE3-6721-15D2-25900A7AE1F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30" name="Picture 127">
                  <a:extLst>
                    <a:ext uri="{FF2B5EF4-FFF2-40B4-BE49-F238E27FC236}">
                      <a16:creationId xmlns:a16="http://schemas.microsoft.com/office/drawing/2014/main" id="{7CF363FB-1ABB-66BD-5B35-F29A3E34E54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31" name="Picture 128">
                  <a:extLst>
                    <a:ext uri="{FF2B5EF4-FFF2-40B4-BE49-F238E27FC236}">
                      <a16:creationId xmlns:a16="http://schemas.microsoft.com/office/drawing/2014/main" id="{89602771-EB2C-9D01-1686-271709804CD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816" name="Group 129">
                <a:extLst>
                  <a:ext uri="{FF2B5EF4-FFF2-40B4-BE49-F238E27FC236}">
                    <a16:creationId xmlns:a16="http://schemas.microsoft.com/office/drawing/2014/main" id="{7AD29158-8567-5559-0664-F7A82B9A90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24821" name="Picture 130">
                  <a:extLst>
                    <a:ext uri="{FF2B5EF4-FFF2-40B4-BE49-F238E27FC236}">
                      <a16:creationId xmlns:a16="http://schemas.microsoft.com/office/drawing/2014/main" id="{44457CD9-2741-9592-51B6-BADC3AB1327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23" name="Picture 131">
                  <a:extLst>
                    <a:ext uri="{FF2B5EF4-FFF2-40B4-BE49-F238E27FC236}">
                      <a16:creationId xmlns:a16="http://schemas.microsoft.com/office/drawing/2014/main" id="{8F2C3FEC-80C9-13EC-F278-7ECADE564CA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26" name="Picture 132">
                  <a:extLst>
                    <a:ext uri="{FF2B5EF4-FFF2-40B4-BE49-F238E27FC236}">
                      <a16:creationId xmlns:a16="http://schemas.microsoft.com/office/drawing/2014/main" id="{91C314B2-9ED1-EE29-6C3C-F24E921736F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27" name="Picture 133">
                  <a:extLst>
                    <a:ext uri="{FF2B5EF4-FFF2-40B4-BE49-F238E27FC236}">
                      <a16:creationId xmlns:a16="http://schemas.microsoft.com/office/drawing/2014/main" id="{D84770FE-F565-26DD-4021-66F98FCCF1D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817" name="Group 134">
                <a:extLst>
                  <a:ext uri="{FF2B5EF4-FFF2-40B4-BE49-F238E27FC236}">
                    <a16:creationId xmlns:a16="http://schemas.microsoft.com/office/drawing/2014/main" id="{4AC16840-5C98-DD0B-F402-AA497D264E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118" cy="1020"/>
                <a:chOff x="0" y="0"/>
                <a:chExt cx="1117" cy="1020"/>
              </a:xfrm>
            </p:grpSpPr>
            <p:pic>
              <p:nvPicPr>
                <p:cNvPr id="24818" name="Picture 135">
                  <a:extLst>
                    <a:ext uri="{FF2B5EF4-FFF2-40B4-BE49-F238E27FC236}">
                      <a16:creationId xmlns:a16="http://schemas.microsoft.com/office/drawing/2014/main" id="{F09957AB-97AB-B862-2AB1-435C7DA2E5E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19" name="Picture 136">
                  <a:extLst>
                    <a:ext uri="{FF2B5EF4-FFF2-40B4-BE49-F238E27FC236}">
                      <a16:creationId xmlns:a16="http://schemas.microsoft.com/office/drawing/2014/main" id="{66CC642E-30B6-D2A8-808B-1DFC6EB2278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20" name="Picture 137">
                  <a:extLst>
                    <a:ext uri="{FF2B5EF4-FFF2-40B4-BE49-F238E27FC236}">
                      <a16:creationId xmlns:a16="http://schemas.microsoft.com/office/drawing/2014/main" id="{D282A1A8-BFC3-0A69-9C78-A7385D5E8D3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800" name="Group 138">
              <a:extLst>
                <a:ext uri="{FF2B5EF4-FFF2-40B4-BE49-F238E27FC236}">
                  <a16:creationId xmlns:a16="http://schemas.microsoft.com/office/drawing/2014/main" id="{315F9108-A908-B7D0-220B-0F8F1E6AD2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2" y="962"/>
              <a:ext cx="1807" cy="1382"/>
              <a:chOff x="0" y="0"/>
              <a:chExt cx="1806" cy="1381"/>
            </a:xfrm>
          </p:grpSpPr>
          <p:grpSp>
            <p:nvGrpSpPr>
              <p:cNvPr id="24801" name="Group 139">
                <a:extLst>
                  <a:ext uri="{FF2B5EF4-FFF2-40B4-BE49-F238E27FC236}">
                    <a16:creationId xmlns:a16="http://schemas.microsoft.com/office/drawing/2014/main" id="{B4722FAC-39DE-AD75-A9C7-BD65579B94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451" cy="1020"/>
                <a:chOff x="0" y="0"/>
                <a:chExt cx="1451" cy="1020"/>
              </a:xfrm>
            </p:grpSpPr>
            <p:pic>
              <p:nvPicPr>
                <p:cNvPr id="24810" name="Picture 140">
                  <a:extLst>
                    <a:ext uri="{FF2B5EF4-FFF2-40B4-BE49-F238E27FC236}">
                      <a16:creationId xmlns:a16="http://schemas.microsoft.com/office/drawing/2014/main" id="{40D8CC59-C878-6549-BF15-0F8C4EC098A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11" name="Picture 141">
                  <a:extLst>
                    <a:ext uri="{FF2B5EF4-FFF2-40B4-BE49-F238E27FC236}">
                      <a16:creationId xmlns:a16="http://schemas.microsoft.com/office/drawing/2014/main" id="{47955058-27F1-CB21-DFD2-9C547F76A66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12" name="Picture 142">
                  <a:extLst>
                    <a:ext uri="{FF2B5EF4-FFF2-40B4-BE49-F238E27FC236}">
                      <a16:creationId xmlns:a16="http://schemas.microsoft.com/office/drawing/2014/main" id="{F1B0B507-B7B7-403D-2BDB-E03CB156B01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13" name="Picture 143">
                  <a:extLst>
                    <a:ext uri="{FF2B5EF4-FFF2-40B4-BE49-F238E27FC236}">
                      <a16:creationId xmlns:a16="http://schemas.microsoft.com/office/drawing/2014/main" id="{8D6B54A5-58ED-B659-3EB3-A040D431CFC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802" name="Group 144">
                <a:extLst>
                  <a:ext uri="{FF2B5EF4-FFF2-40B4-BE49-F238E27FC236}">
                    <a16:creationId xmlns:a16="http://schemas.microsoft.com/office/drawing/2014/main" id="{37F66AF4-9A2D-ECF6-D52C-3475D6A0E9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9" y="240"/>
                <a:ext cx="1117" cy="1020"/>
                <a:chOff x="0" y="0"/>
                <a:chExt cx="1117" cy="1020"/>
              </a:xfrm>
            </p:grpSpPr>
            <p:pic>
              <p:nvPicPr>
                <p:cNvPr id="24806" name="Picture 145">
                  <a:extLst>
                    <a:ext uri="{FF2B5EF4-FFF2-40B4-BE49-F238E27FC236}">
                      <a16:creationId xmlns:a16="http://schemas.microsoft.com/office/drawing/2014/main" id="{684A3686-16D1-787D-D84E-93FB3E3C494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07" name="Picture 146">
                  <a:extLst>
                    <a:ext uri="{FF2B5EF4-FFF2-40B4-BE49-F238E27FC236}">
                      <a16:creationId xmlns:a16="http://schemas.microsoft.com/office/drawing/2014/main" id="{94B643D2-9040-37E8-9463-C38822E468C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08" name="Picture 147">
                  <a:extLst>
                    <a:ext uri="{FF2B5EF4-FFF2-40B4-BE49-F238E27FC236}">
                      <a16:creationId xmlns:a16="http://schemas.microsoft.com/office/drawing/2014/main" id="{55C53C34-67FF-4F5D-02B4-841DC7D2F03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803" name="Group 148">
                <a:extLst>
                  <a:ext uri="{FF2B5EF4-FFF2-40B4-BE49-F238E27FC236}">
                    <a16:creationId xmlns:a16="http://schemas.microsoft.com/office/drawing/2014/main" id="{238E3AB2-CAFD-9372-3BC9-E1DDCDB9D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" y="486"/>
                <a:ext cx="1118" cy="895"/>
                <a:chOff x="0" y="0"/>
                <a:chExt cx="1117" cy="894"/>
              </a:xfrm>
            </p:grpSpPr>
            <p:pic>
              <p:nvPicPr>
                <p:cNvPr id="24804" name="Picture 149">
                  <a:extLst>
                    <a:ext uri="{FF2B5EF4-FFF2-40B4-BE49-F238E27FC236}">
                      <a16:creationId xmlns:a16="http://schemas.microsoft.com/office/drawing/2014/main" id="{83A39CAB-AB95-6E62-1ED3-8F847AF0395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805" name="Picture 150">
                  <a:extLst>
                    <a:ext uri="{FF2B5EF4-FFF2-40B4-BE49-F238E27FC236}">
                      <a16:creationId xmlns:a16="http://schemas.microsoft.com/office/drawing/2014/main" id="{2471F0DE-308D-92C8-DC98-2F54B426921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grpSp>
        <p:nvGrpSpPr>
          <p:cNvPr id="67897" name="Group 151">
            <a:extLst>
              <a:ext uri="{FF2B5EF4-FFF2-40B4-BE49-F238E27FC236}">
                <a16:creationId xmlns:a16="http://schemas.microsoft.com/office/drawing/2014/main" id="{4C04C9C2-474F-E68B-5C39-55B00D9D3CC3}"/>
              </a:ext>
            </a:extLst>
          </p:cNvPr>
          <p:cNvGrpSpPr>
            <a:grpSpLocks/>
          </p:cNvGrpSpPr>
          <p:nvPr/>
        </p:nvGrpSpPr>
        <p:grpSpPr bwMode="auto">
          <a:xfrm>
            <a:off x="2585517" y="2756818"/>
            <a:ext cx="6161484" cy="2616398"/>
            <a:chOff x="0" y="0"/>
            <a:chExt cx="5520" cy="2344"/>
          </a:xfrm>
        </p:grpSpPr>
        <p:grpSp>
          <p:nvGrpSpPr>
            <p:cNvPr id="67898" name="Group 152">
              <a:extLst>
                <a:ext uri="{FF2B5EF4-FFF2-40B4-BE49-F238E27FC236}">
                  <a16:creationId xmlns:a16="http://schemas.microsoft.com/office/drawing/2014/main" id="{4319CC88-B2ED-CC8F-B299-08435DEE3D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6" y="0"/>
              <a:ext cx="2805" cy="1506"/>
              <a:chOff x="0" y="0"/>
              <a:chExt cx="2804" cy="1506"/>
            </a:xfrm>
          </p:grpSpPr>
          <p:grpSp>
            <p:nvGrpSpPr>
              <p:cNvPr id="305" name="Group 153">
                <a:extLst>
                  <a:ext uri="{FF2B5EF4-FFF2-40B4-BE49-F238E27FC236}">
                    <a16:creationId xmlns:a16="http://schemas.microsoft.com/office/drawing/2014/main" id="{B2677ED4-D922-8982-194E-AE2BC2E5FB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67585" name="Picture 154">
                  <a:extLst>
                    <a:ext uri="{FF2B5EF4-FFF2-40B4-BE49-F238E27FC236}">
                      <a16:creationId xmlns:a16="http://schemas.microsoft.com/office/drawing/2014/main" id="{BDE7B451-1D0E-FFBF-A6E6-0A94544780B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586" name="Picture 155">
                  <a:extLst>
                    <a:ext uri="{FF2B5EF4-FFF2-40B4-BE49-F238E27FC236}">
                      <a16:creationId xmlns:a16="http://schemas.microsoft.com/office/drawing/2014/main" id="{70ACAD82-4D37-A7A2-E18E-5B023725CC9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587" name="Picture 156">
                  <a:extLst>
                    <a:ext uri="{FF2B5EF4-FFF2-40B4-BE49-F238E27FC236}">
                      <a16:creationId xmlns:a16="http://schemas.microsoft.com/office/drawing/2014/main" id="{4ADA70F5-F266-4730-82EA-D572C4B65E4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590" name="Picture 157">
                  <a:extLst>
                    <a:ext uri="{FF2B5EF4-FFF2-40B4-BE49-F238E27FC236}">
                      <a16:creationId xmlns:a16="http://schemas.microsoft.com/office/drawing/2014/main" id="{F79D457F-5FFD-EB7A-6F37-388CCC12C1D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06" name="Group 158">
                <a:extLst>
                  <a:ext uri="{FF2B5EF4-FFF2-40B4-BE49-F238E27FC236}">
                    <a16:creationId xmlns:a16="http://schemas.microsoft.com/office/drawing/2014/main" id="{597871F6-C253-44EB-E155-ECC2BACB41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1021"/>
                <a:chOff x="0" y="0"/>
                <a:chExt cx="1451" cy="1020"/>
              </a:xfrm>
            </p:grpSpPr>
            <p:pic>
              <p:nvPicPr>
                <p:cNvPr id="317" name="Picture 159">
                  <a:extLst>
                    <a:ext uri="{FF2B5EF4-FFF2-40B4-BE49-F238E27FC236}">
                      <a16:creationId xmlns:a16="http://schemas.microsoft.com/office/drawing/2014/main" id="{8DB48AF6-B221-CFC0-7F84-96C5A491FFA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8" name="Picture 160">
                  <a:extLst>
                    <a:ext uri="{FF2B5EF4-FFF2-40B4-BE49-F238E27FC236}">
                      <a16:creationId xmlns:a16="http://schemas.microsoft.com/office/drawing/2014/main" id="{0D99B1FC-FC5E-40A5-B4DA-D88BC4D1FB1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9" name="Picture 161">
                  <a:extLst>
                    <a:ext uri="{FF2B5EF4-FFF2-40B4-BE49-F238E27FC236}">
                      <a16:creationId xmlns:a16="http://schemas.microsoft.com/office/drawing/2014/main" id="{FA9F69D6-CE61-CABE-934D-3BB7BC5443D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7584" name="Picture 162">
                  <a:extLst>
                    <a:ext uri="{FF2B5EF4-FFF2-40B4-BE49-F238E27FC236}">
                      <a16:creationId xmlns:a16="http://schemas.microsoft.com/office/drawing/2014/main" id="{AAC7F9E7-5CAF-F6EA-B95E-E097240B899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07" name="Group 163">
                <a:extLst>
                  <a:ext uri="{FF2B5EF4-FFF2-40B4-BE49-F238E27FC236}">
                    <a16:creationId xmlns:a16="http://schemas.microsoft.com/office/drawing/2014/main" id="{9B32008E-B2DD-E999-FD7D-5E26E75A03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313" name="Picture 164">
                  <a:extLst>
                    <a:ext uri="{FF2B5EF4-FFF2-40B4-BE49-F238E27FC236}">
                      <a16:creationId xmlns:a16="http://schemas.microsoft.com/office/drawing/2014/main" id="{A534C335-7610-C8FF-5544-2655D711992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4" name="Picture 165">
                  <a:extLst>
                    <a:ext uri="{FF2B5EF4-FFF2-40B4-BE49-F238E27FC236}">
                      <a16:creationId xmlns:a16="http://schemas.microsoft.com/office/drawing/2014/main" id="{80E95424-5F9C-C87B-4BE4-133201F2225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5" name="Picture 166">
                  <a:extLst>
                    <a:ext uri="{FF2B5EF4-FFF2-40B4-BE49-F238E27FC236}">
                      <a16:creationId xmlns:a16="http://schemas.microsoft.com/office/drawing/2014/main" id="{C1FE49BC-0B98-9CA3-E13E-38E67A7E47A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6" name="Picture 167">
                  <a:extLst>
                    <a:ext uri="{FF2B5EF4-FFF2-40B4-BE49-F238E27FC236}">
                      <a16:creationId xmlns:a16="http://schemas.microsoft.com/office/drawing/2014/main" id="{39DA5010-335F-4E27-4F12-908ED30CD62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08" name="Group 168">
                <a:extLst>
                  <a:ext uri="{FF2B5EF4-FFF2-40B4-BE49-F238E27FC236}">
                    <a16:creationId xmlns:a16="http://schemas.microsoft.com/office/drawing/2014/main" id="{03D0A6A0-17AA-56F3-E720-55E7B73513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452" cy="1020"/>
                <a:chOff x="0" y="0"/>
                <a:chExt cx="1451" cy="1020"/>
              </a:xfrm>
            </p:grpSpPr>
            <p:pic>
              <p:nvPicPr>
                <p:cNvPr id="309" name="Picture 169">
                  <a:extLst>
                    <a:ext uri="{FF2B5EF4-FFF2-40B4-BE49-F238E27FC236}">
                      <a16:creationId xmlns:a16="http://schemas.microsoft.com/office/drawing/2014/main" id="{4D22E4AC-49E9-73D0-A00F-CF294FF51BA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0" name="Picture 170">
                  <a:extLst>
                    <a:ext uri="{FF2B5EF4-FFF2-40B4-BE49-F238E27FC236}">
                      <a16:creationId xmlns:a16="http://schemas.microsoft.com/office/drawing/2014/main" id="{6CC26E76-6ABE-5C59-3110-82163EB76C0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1" name="Picture 171">
                  <a:extLst>
                    <a:ext uri="{FF2B5EF4-FFF2-40B4-BE49-F238E27FC236}">
                      <a16:creationId xmlns:a16="http://schemas.microsoft.com/office/drawing/2014/main" id="{A281763C-6BA3-A0B1-D4B3-8B268BA8949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12" name="Picture 172">
                  <a:extLst>
                    <a:ext uri="{FF2B5EF4-FFF2-40B4-BE49-F238E27FC236}">
                      <a16:creationId xmlns:a16="http://schemas.microsoft.com/office/drawing/2014/main" id="{3CFC3C8C-25F8-800A-886F-5432E2769D3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7899" name="Group 173">
              <a:extLst>
                <a:ext uri="{FF2B5EF4-FFF2-40B4-BE49-F238E27FC236}">
                  <a16:creationId xmlns:a16="http://schemas.microsoft.com/office/drawing/2014/main" id="{84A916FA-87E8-E642-D2C4-0B2E7BF988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81"/>
              <a:ext cx="2804" cy="1507"/>
              <a:chOff x="0" y="0"/>
              <a:chExt cx="2804" cy="1506"/>
            </a:xfrm>
          </p:grpSpPr>
          <p:grpSp>
            <p:nvGrpSpPr>
              <p:cNvPr id="286" name="Group 174">
                <a:extLst>
                  <a:ext uri="{FF2B5EF4-FFF2-40B4-BE49-F238E27FC236}">
                    <a16:creationId xmlns:a16="http://schemas.microsoft.com/office/drawing/2014/main" id="{A92CAB93-E58E-92DD-ACE6-4E84FF9FBA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301" name="Picture 175">
                  <a:extLst>
                    <a:ext uri="{FF2B5EF4-FFF2-40B4-BE49-F238E27FC236}">
                      <a16:creationId xmlns:a16="http://schemas.microsoft.com/office/drawing/2014/main" id="{5C666AFA-23DD-3350-5385-ACCF456EA44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02" name="Picture 176">
                  <a:extLst>
                    <a:ext uri="{FF2B5EF4-FFF2-40B4-BE49-F238E27FC236}">
                      <a16:creationId xmlns:a16="http://schemas.microsoft.com/office/drawing/2014/main" id="{85AA4F11-14EB-B453-3FB0-45AC7261A68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03" name="Picture 177">
                  <a:extLst>
                    <a:ext uri="{FF2B5EF4-FFF2-40B4-BE49-F238E27FC236}">
                      <a16:creationId xmlns:a16="http://schemas.microsoft.com/office/drawing/2014/main" id="{2B635F22-6336-730C-FCB2-8C10E50F44A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04" name="Picture 178">
                  <a:extLst>
                    <a:ext uri="{FF2B5EF4-FFF2-40B4-BE49-F238E27FC236}">
                      <a16:creationId xmlns:a16="http://schemas.microsoft.com/office/drawing/2014/main" id="{15C008C6-6146-5F25-EA20-DEF92ECB389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87" name="Group 179">
                <a:extLst>
                  <a:ext uri="{FF2B5EF4-FFF2-40B4-BE49-F238E27FC236}">
                    <a16:creationId xmlns:a16="http://schemas.microsoft.com/office/drawing/2014/main" id="{2EC242FB-88ED-8C8C-F019-81F1138314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895"/>
                <a:chOff x="0" y="0"/>
                <a:chExt cx="1451" cy="894"/>
              </a:xfrm>
            </p:grpSpPr>
            <p:pic>
              <p:nvPicPr>
                <p:cNvPr id="298" name="Picture 180">
                  <a:extLst>
                    <a:ext uri="{FF2B5EF4-FFF2-40B4-BE49-F238E27FC236}">
                      <a16:creationId xmlns:a16="http://schemas.microsoft.com/office/drawing/2014/main" id="{0EE3283E-8902-1557-978C-F5D14B1C719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9" name="Picture 181">
                  <a:extLst>
                    <a:ext uri="{FF2B5EF4-FFF2-40B4-BE49-F238E27FC236}">
                      <a16:creationId xmlns:a16="http://schemas.microsoft.com/office/drawing/2014/main" id="{FEB11144-6636-5B70-1074-625669EED74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00" name="Picture 182">
                  <a:extLst>
                    <a:ext uri="{FF2B5EF4-FFF2-40B4-BE49-F238E27FC236}">
                      <a16:creationId xmlns:a16="http://schemas.microsoft.com/office/drawing/2014/main" id="{F41F966C-186A-BFAA-164B-B34AB76EFDA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88" name="Group 183">
                <a:extLst>
                  <a:ext uri="{FF2B5EF4-FFF2-40B4-BE49-F238E27FC236}">
                    <a16:creationId xmlns:a16="http://schemas.microsoft.com/office/drawing/2014/main" id="{366B42D0-F784-9E70-F7A3-3B61806943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294" name="Picture 184">
                  <a:extLst>
                    <a:ext uri="{FF2B5EF4-FFF2-40B4-BE49-F238E27FC236}">
                      <a16:creationId xmlns:a16="http://schemas.microsoft.com/office/drawing/2014/main" id="{E89AAECE-A8F0-1C64-2298-CB7E76F178D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5" name="Picture 185">
                  <a:extLst>
                    <a:ext uri="{FF2B5EF4-FFF2-40B4-BE49-F238E27FC236}">
                      <a16:creationId xmlns:a16="http://schemas.microsoft.com/office/drawing/2014/main" id="{0D2A7346-39C2-A660-C570-F5757A1D549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6" name="Picture 186">
                  <a:extLst>
                    <a:ext uri="{FF2B5EF4-FFF2-40B4-BE49-F238E27FC236}">
                      <a16:creationId xmlns:a16="http://schemas.microsoft.com/office/drawing/2014/main" id="{E7ECDB2B-436F-8852-16BA-1308A01F5B9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7" name="Picture 187">
                  <a:extLst>
                    <a:ext uri="{FF2B5EF4-FFF2-40B4-BE49-F238E27FC236}">
                      <a16:creationId xmlns:a16="http://schemas.microsoft.com/office/drawing/2014/main" id="{7700477F-5CEA-8327-BCD5-C04FE2A7AA4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89" name="Group 188">
                <a:extLst>
                  <a:ext uri="{FF2B5EF4-FFF2-40B4-BE49-F238E27FC236}">
                    <a16:creationId xmlns:a16="http://schemas.microsoft.com/office/drawing/2014/main" id="{3605EAB6-A414-3FDC-0681-8A42C82DCB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452" cy="1020"/>
                <a:chOff x="0" y="0"/>
                <a:chExt cx="1451" cy="1020"/>
              </a:xfrm>
            </p:grpSpPr>
            <p:pic>
              <p:nvPicPr>
                <p:cNvPr id="290" name="Picture 189">
                  <a:extLst>
                    <a:ext uri="{FF2B5EF4-FFF2-40B4-BE49-F238E27FC236}">
                      <a16:creationId xmlns:a16="http://schemas.microsoft.com/office/drawing/2014/main" id="{28F195B6-FFCE-CC85-51A4-A2F27A7C443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1" name="Picture 190">
                  <a:extLst>
                    <a:ext uri="{FF2B5EF4-FFF2-40B4-BE49-F238E27FC236}">
                      <a16:creationId xmlns:a16="http://schemas.microsoft.com/office/drawing/2014/main" id="{7721157D-5AE4-8A3B-5763-F7A0B49C5CC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2" name="Picture 191">
                  <a:extLst>
                    <a:ext uri="{FF2B5EF4-FFF2-40B4-BE49-F238E27FC236}">
                      <a16:creationId xmlns:a16="http://schemas.microsoft.com/office/drawing/2014/main" id="{0AA4FDE0-2386-4706-067A-33D4DFBB5D2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3" name="Picture 192">
                  <a:extLst>
                    <a:ext uri="{FF2B5EF4-FFF2-40B4-BE49-F238E27FC236}">
                      <a16:creationId xmlns:a16="http://schemas.microsoft.com/office/drawing/2014/main" id="{C7BFFAD9-6D91-65F5-CB93-DBC385342EA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7900" name="Group 193">
              <a:extLst>
                <a:ext uri="{FF2B5EF4-FFF2-40B4-BE49-F238E27FC236}">
                  <a16:creationId xmlns:a16="http://schemas.microsoft.com/office/drawing/2014/main" id="{33B00858-F7D4-3006-9D6F-2C45C54B84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5" y="476"/>
              <a:ext cx="2805" cy="1506"/>
              <a:chOff x="0" y="0"/>
              <a:chExt cx="2804" cy="1506"/>
            </a:xfrm>
          </p:grpSpPr>
          <p:grpSp>
            <p:nvGrpSpPr>
              <p:cNvPr id="267" name="Group 194">
                <a:extLst>
                  <a:ext uri="{FF2B5EF4-FFF2-40B4-BE49-F238E27FC236}">
                    <a16:creationId xmlns:a16="http://schemas.microsoft.com/office/drawing/2014/main" id="{69759542-87AB-843B-DC4F-0AE21D23D2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282" name="Picture 195">
                  <a:extLst>
                    <a:ext uri="{FF2B5EF4-FFF2-40B4-BE49-F238E27FC236}">
                      <a16:creationId xmlns:a16="http://schemas.microsoft.com/office/drawing/2014/main" id="{A69ABC57-1248-96AD-205D-BFDF290FD6B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3" name="Picture 196">
                  <a:extLst>
                    <a:ext uri="{FF2B5EF4-FFF2-40B4-BE49-F238E27FC236}">
                      <a16:creationId xmlns:a16="http://schemas.microsoft.com/office/drawing/2014/main" id="{41F87684-DECC-4685-EFDB-75A9F922E63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4" name="Picture 197">
                  <a:extLst>
                    <a:ext uri="{FF2B5EF4-FFF2-40B4-BE49-F238E27FC236}">
                      <a16:creationId xmlns:a16="http://schemas.microsoft.com/office/drawing/2014/main" id="{995538CA-C3D8-FB06-D5A3-B0C5FC6DE81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5" name="Picture 198">
                  <a:extLst>
                    <a:ext uri="{FF2B5EF4-FFF2-40B4-BE49-F238E27FC236}">
                      <a16:creationId xmlns:a16="http://schemas.microsoft.com/office/drawing/2014/main" id="{30EDD72B-92E1-FFED-46FF-6F48C95DD55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8" name="Group 199">
                <a:extLst>
                  <a:ext uri="{FF2B5EF4-FFF2-40B4-BE49-F238E27FC236}">
                    <a16:creationId xmlns:a16="http://schemas.microsoft.com/office/drawing/2014/main" id="{78D4AB83-E823-380D-DDC9-3FE0FF1B4D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1021"/>
                <a:chOff x="0" y="0"/>
                <a:chExt cx="1451" cy="1020"/>
              </a:xfrm>
            </p:grpSpPr>
            <p:pic>
              <p:nvPicPr>
                <p:cNvPr id="278" name="Picture 200">
                  <a:extLst>
                    <a:ext uri="{FF2B5EF4-FFF2-40B4-BE49-F238E27FC236}">
                      <a16:creationId xmlns:a16="http://schemas.microsoft.com/office/drawing/2014/main" id="{F0B99C5D-51CF-0EAE-791A-8D2D9C93255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9" name="Picture 201">
                  <a:extLst>
                    <a:ext uri="{FF2B5EF4-FFF2-40B4-BE49-F238E27FC236}">
                      <a16:creationId xmlns:a16="http://schemas.microsoft.com/office/drawing/2014/main" id="{A10B6EB4-2011-5064-3E60-06124414741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0" name="Picture 202">
                  <a:extLst>
                    <a:ext uri="{FF2B5EF4-FFF2-40B4-BE49-F238E27FC236}">
                      <a16:creationId xmlns:a16="http://schemas.microsoft.com/office/drawing/2014/main" id="{3C0F9388-9BD8-7C15-935E-E14017CF5CC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1" name="Picture 203">
                  <a:extLst>
                    <a:ext uri="{FF2B5EF4-FFF2-40B4-BE49-F238E27FC236}">
                      <a16:creationId xmlns:a16="http://schemas.microsoft.com/office/drawing/2014/main" id="{CEA10977-BE80-B867-C787-613889D14FE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9" name="Group 204">
                <a:extLst>
                  <a:ext uri="{FF2B5EF4-FFF2-40B4-BE49-F238E27FC236}">
                    <a16:creationId xmlns:a16="http://schemas.microsoft.com/office/drawing/2014/main" id="{398B5358-6CB0-BA45-3A9D-08AAF9FC74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274" name="Picture 205">
                  <a:extLst>
                    <a:ext uri="{FF2B5EF4-FFF2-40B4-BE49-F238E27FC236}">
                      <a16:creationId xmlns:a16="http://schemas.microsoft.com/office/drawing/2014/main" id="{999E14D6-0D08-FF64-3BF7-01DB4AB7CD7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5" name="Picture 206">
                  <a:extLst>
                    <a:ext uri="{FF2B5EF4-FFF2-40B4-BE49-F238E27FC236}">
                      <a16:creationId xmlns:a16="http://schemas.microsoft.com/office/drawing/2014/main" id="{95FEDA35-9692-4539-069B-0FCC91CDCC6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6" name="Picture 207">
                  <a:extLst>
                    <a:ext uri="{FF2B5EF4-FFF2-40B4-BE49-F238E27FC236}">
                      <a16:creationId xmlns:a16="http://schemas.microsoft.com/office/drawing/2014/main" id="{3D4EE9D3-2D76-B388-63BC-CC6593E2E51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7" name="Picture 208">
                  <a:extLst>
                    <a:ext uri="{FF2B5EF4-FFF2-40B4-BE49-F238E27FC236}">
                      <a16:creationId xmlns:a16="http://schemas.microsoft.com/office/drawing/2014/main" id="{88D7945C-1CDB-D27E-EB04-B005C169842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70" name="Group 209">
                <a:extLst>
                  <a:ext uri="{FF2B5EF4-FFF2-40B4-BE49-F238E27FC236}">
                    <a16:creationId xmlns:a16="http://schemas.microsoft.com/office/drawing/2014/main" id="{06DDE035-7862-9A5A-C41D-83C91C19C2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118" cy="1020"/>
                <a:chOff x="0" y="0"/>
                <a:chExt cx="1117" cy="1020"/>
              </a:xfrm>
            </p:grpSpPr>
            <p:pic>
              <p:nvPicPr>
                <p:cNvPr id="271" name="Picture 210">
                  <a:extLst>
                    <a:ext uri="{FF2B5EF4-FFF2-40B4-BE49-F238E27FC236}">
                      <a16:creationId xmlns:a16="http://schemas.microsoft.com/office/drawing/2014/main" id="{D217D7AE-3C87-DCB7-44EE-0CA6AA30D97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2" name="Picture 211">
                  <a:extLst>
                    <a:ext uri="{FF2B5EF4-FFF2-40B4-BE49-F238E27FC236}">
                      <a16:creationId xmlns:a16="http://schemas.microsoft.com/office/drawing/2014/main" id="{2493CE48-CAD2-28E4-1380-37A09B92AC1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3" name="Picture 212">
                  <a:extLst>
                    <a:ext uri="{FF2B5EF4-FFF2-40B4-BE49-F238E27FC236}">
                      <a16:creationId xmlns:a16="http://schemas.microsoft.com/office/drawing/2014/main" id="{8AC22151-A89D-0EA5-E1DB-CC047E4A12D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67901" name="Group 213">
              <a:extLst>
                <a:ext uri="{FF2B5EF4-FFF2-40B4-BE49-F238E27FC236}">
                  <a16:creationId xmlns:a16="http://schemas.microsoft.com/office/drawing/2014/main" id="{7828B2C6-9B3E-7BBB-202C-53BDE1A2C7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2" y="962"/>
              <a:ext cx="1807" cy="1382"/>
              <a:chOff x="0" y="0"/>
              <a:chExt cx="1806" cy="1381"/>
            </a:xfrm>
          </p:grpSpPr>
          <p:grpSp>
            <p:nvGrpSpPr>
              <p:cNvPr id="67902" name="Group 214">
                <a:extLst>
                  <a:ext uri="{FF2B5EF4-FFF2-40B4-BE49-F238E27FC236}">
                    <a16:creationId xmlns:a16="http://schemas.microsoft.com/office/drawing/2014/main" id="{D2A83881-964A-5B2B-0442-767D0374D6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451" cy="1020"/>
                <a:chOff x="0" y="0"/>
                <a:chExt cx="1451" cy="1020"/>
              </a:xfrm>
            </p:grpSpPr>
            <p:pic>
              <p:nvPicPr>
                <p:cNvPr id="262" name="Picture 215">
                  <a:extLst>
                    <a:ext uri="{FF2B5EF4-FFF2-40B4-BE49-F238E27FC236}">
                      <a16:creationId xmlns:a16="http://schemas.microsoft.com/office/drawing/2014/main" id="{A74A0D40-983D-7D87-21CA-1D7D76FDBDF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3" name="Picture 216">
                  <a:extLst>
                    <a:ext uri="{FF2B5EF4-FFF2-40B4-BE49-F238E27FC236}">
                      <a16:creationId xmlns:a16="http://schemas.microsoft.com/office/drawing/2014/main" id="{168E0CC7-8352-7183-A64B-D80DD06C232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4" name="Picture 217">
                  <a:extLst>
                    <a:ext uri="{FF2B5EF4-FFF2-40B4-BE49-F238E27FC236}">
                      <a16:creationId xmlns:a16="http://schemas.microsoft.com/office/drawing/2014/main" id="{F50F68D6-FDCD-E332-B788-C187C9668BF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5" name="Picture 218">
                  <a:extLst>
                    <a:ext uri="{FF2B5EF4-FFF2-40B4-BE49-F238E27FC236}">
                      <a16:creationId xmlns:a16="http://schemas.microsoft.com/office/drawing/2014/main" id="{04BDFE70-1D77-D046-83BF-D8774CB5BC1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7903" name="Group 219">
                <a:extLst>
                  <a:ext uri="{FF2B5EF4-FFF2-40B4-BE49-F238E27FC236}">
                    <a16:creationId xmlns:a16="http://schemas.microsoft.com/office/drawing/2014/main" id="{065A0D37-3E77-7DEA-7F76-F4F6152145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9" y="240"/>
                <a:ext cx="1117" cy="1020"/>
                <a:chOff x="0" y="0"/>
                <a:chExt cx="1117" cy="1020"/>
              </a:xfrm>
            </p:grpSpPr>
            <p:pic>
              <p:nvPicPr>
                <p:cNvPr id="259" name="Picture 220">
                  <a:extLst>
                    <a:ext uri="{FF2B5EF4-FFF2-40B4-BE49-F238E27FC236}">
                      <a16:creationId xmlns:a16="http://schemas.microsoft.com/office/drawing/2014/main" id="{FF294060-12BF-8164-9EE5-A55B1C55A08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0" name="Picture 221">
                  <a:extLst>
                    <a:ext uri="{FF2B5EF4-FFF2-40B4-BE49-F238E27FC236}">
                      <a16:creationId xmlns:a16="http://schemas.microsoft.com/office/drawing/2014/main" id="{4C7F2C81-D899-AD54-598D-C2BBD701D54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1" name="Picture 222">
                  <a:extLst>
                    <a:ext uri="{FF2B5EF4-FFF2-40B4-BE49-F238E27FC236}">
                      <a16:creationId xmlns:a16="http://schemas.microsoft.com/office/drawing/2014/main" id="{C27C6790-6CCF-4A58-49C4-52A58544E84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56" name="Group 223">
                <a:extLst>
                  <a:ext uri="{FF2B5EF4-FFF2-40B4-BE49-F238E27FC236}">
                    <a16:creationId xmlns:a16="http://schemas.microsoft.com/office/drawing/2014/main" id="{2A40FC6A-F319-664C-5C74-6BE8C72B2C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" y="486"/>
                <a:ext cx="1118" cy="895"/>
                <a:chOff x="0" y="0"/>
                <a:chExt cx="1117" cy="894"/>
              </a:xfrm>
            </p:grpSpPr>
            <p:pic>
              <p:nvPicPr>
                <p:cNvPr id="257" name="Picture 224">
                  <a:extLst>
                    <a:ext uri="{FF2B5EF4-FFF2-40B4-BE49-F238E27FC236}">
                      <a16:creationId xmlns:a16="http://schemas.microsoft.com/office/drawing/2014/main" id="{321DE62D-268F-A4C7-2A82-E1DCEDE4110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8" name="Picture 225">
                  <a:extLst>
                    <a:ext uri="{FF2B5EF4-FFF2-40B4-BE49-F238E27FC236}">
                      <a16:creationId xmlns:a16="http://schemas.microsoft.com/office/drawing/2014/main" id="{5F949FEB-5506-775D-F221-F5F4298A3CA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67591" name="Rectangle 226">
            <a:extLst>
              <a:ext uri="{FF2B5EF4-FFF2-40B4-BE49-F238E27FC236}">
                <a16:creationId xmlns:a16="http://schemas.microsoft.com/office/drawing/2014/main" id="{03A6AB8B-FA79-A438-C61A-98F678072DFB}"/>
              </a:ext>
            </a:extLst>
          </p:cNvPr>
          <p:cNvSpPr>
            <a:spLocks/>
          </p:cNvSpPr>
          <p:nvPr/>
        </p:nvSpPr>
        <p:spPr bwMode="auto">
          <a:xfrm>
            <a:off x="1847529" y="3477442"/>
            <a:ext cx="8568159" cy="671638"/>
          </a:xfrm>
          <a:prstGeom prst="rect">
            <a:avLst/>
          </a:prstGeom>
          <a:gradFill rotWithShape="0">
            <a:gsLst>
              <a:gs pos="0">
                <a:srgbClr val="FFFFFF">
                  <a:alpha val="93999"/>
                </a:srgbClr>
              </a:gs>
              <a:gs pos="100000">
                <a:srgbClr val="FFFFFF">
                  <a:alpha val="1999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endParaRPr lang="en-US" sz="80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67592" name="Rectangle 227">
            <a:extLst>
              <a:ext uri="{FF2B5EF4-FFF2-40B4-BE49-F238E27FC236}">
                <a16:creationId xmlns:a16="http://schemas.microsoft.com/office/drawing/2014/main" id="{FAB1FCE9-70B8-14EA-514F-7E4AE88D85BF}"/>
              </a:ext>
            </a:extLst>
          </p:cNvPr>
          <p:cNvSpPr>
            <a:spLocks/>
          </p:cNvSpPr>
          <p:nvPr/>
        </p:nvSpPr>
        <p:spPr bwMode="auto">
          <a:xfrm>
            <a:off x="1702620" y="1828503"/>
            <a:ext cx="8786813" cy="1643063"/>
          </a:xfrm>
          <a:prstGeom prst="rect">
            <a:avLst/>
          </a:prstGeom>
          <a:solidFill>
            <a:schemeClr val="accent1">
              <a:alpha val="9411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grpSp>
        <p:nvGrpSpPr>
          <p:cNvPr id="67595" name="群組 2">
            <a:extLst>
              <a:ext uri="{FF2B5EF4-FFF2-40B4-BE49-F238E27FC236}">
                <a16:creationId xmlns:a16="http://schemas.microsoft.com/office/drawing/2014/main" id="{AB47A9F7-3105-9491-AAA8-58CA89B3BC4C}"/>
              </a:ext>
            </a:extLst>
          </p:cNvPr>
          <p:cNvGrpSpPr/>
          <p:nvPr/>
        </p:nvGrpSpPr>
        <p:grpSpPr>
          <a:xfrm>
            <a:off x="2488407" y="1252438"/>
            <a:ext cx="7188399" cy="2521520"/>
            <a:chOff x="964406" y="1621880"/>
            <a:chExt cx="7188399" cy="2521520"/>
          </a:xfrm>
        </p:grpSpPr>
        <p:sp>
          <p:nvSpPr>
            <p:cNvPr id="67611" name="Rectangle 248">
              <a:extLst>
                <a:ext uri="{FF2B5EF4-FFF2-40B4-BE49-F238E27FC236}">
                  <a16:creationId xmlns:a16="http://schemas.microsoft.com/office/drawing/2014/main" id="{3CF6ADDD-C8B9-AD6B-C431-C5B4E5D65D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64406" y="3062883"/>
              <a:ext cx="3509367" cy="410766"/>
            </a:xfrm>
            <a:prstGeom prst="rect">
              <a:avLst/>
            </a:prstGeom>
            <a:solidFill>
              <a:srgbClr val="E6E6E6"/>
            </a:solidFill>
            <a:ln w="254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5400" dist="38099" dir="2700000" algn="ctr" rotWithShape="0">
                <a:srgbClr val="000000">
                  <a:alpha val="2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 defTabSz="64212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srgbClr val="000000"/>
                  </a:solidFill>
                  <a:cs typeface="Myriad Pro" charset="0"/>
                  <a:sym typeface="Myriad Pro" charset="0"/>
                </a:rPr>
                <a:t>Where should you provision new VMs?</a:t>
              </a:r>
            </a:p>
          </p:txBody>
        </p:sp>
        <p:sp>
          <p:nvSpPr>
            <p:cNvPr id="67612" name="Rectangle 249">
              <a:extLst>
                <a:ext uri="{FF2B5EF4-FFF2-40B4-BE49-F238E27FC236}">
                  <a16:creationId xmlns:a16="http://schemas.microsoft.com/office/drawing/2014/main" id="{224B4CC7-BEB8-E448-D82C-F2DE14324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43438" y="3062883"/>
              <a:ext cx="3509367" cy="410766"/>
            </a:xfrm>
            <a:prstGeom prst="rect">
              <a:avLst/>
            </a:prstGeom>
            <a:solidFill>
              <a:srgbClr val="E6E6E6"/>
            </a:solidFill>
            <a:ln w="254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5400" dist="38099" dir="2700000" algn="ctr" rotWithShape="0">
                <a:srgbClr val="000000">
                  <a:alpha val="2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 defTabSz="64212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dirty="0">
                  <a:solidFill>
                    <a:srgbClr val="000000"/>
                  </a:solidFill>
                  <a:cs typeface="Myriad Pro" charset="0"/>
                  <a:sym typeface="Myriad Pro" charset="0"/>
                </a:rPr>
                <a:t>How do you keep track of it all?</a:t>
              </a:r>
            </a:p>
          </p:txBody>
        </p:sp>
        <p:grpSp>
          <p:nvGrpSpPr>
            <p:cNvPr id="67614" name="群組 1">
              <a:extLst>
                <a:ext uri="{FF2B5EF4-FFF2-40B4-BE49-F238E27FC236}">
                  <a16:creationId xmlns:a16="http://schemas.microsoft.com/office/drawing/2014/main" id="{9698DB3C-1CB0-BE8D-FE87-19D2ADC68150}"/>
                </a:ext>
              </a:extLst>
            </p:cNvPr>
            <p:cNvGrpSpPr/>
            <p:nvPr/>
          </p:nvGrpSpPr>
          <p:grpSpPr>
            <a:xfrm>
              <a:off x="964406" y="1621880"/>
              <a:ext cx="7188398" cy="2521520"/>
              <a:chOff x="964406" y="1621880"/>
              <a:chExt cx="7188398" cy="2521520"/>
            </a:xfrm>
          </p:grpSpPr>
          <p:grpSp>
            <p:nvGrpSpPr>
              <p:cNvPr id="67616" name="Group 228">
                <a:extLst>
                  <a:ext uri="{FF2B5EF4-FFF2-40B4-BE49-F238E27FC236}">
                    <a16:creationId xmlns:a16="http://schemas.microsoft.com/office/drawing/2014/main" id="{87A0E279-1B80-1646-0B08-C561892897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4406" y="1669877"/>
                <a:ext cx="7188398" cy="2473523"/>
                <a:chOff x="0" y="0"/>
                <a:chExt cx="6440" cy="2216"/>
              </a:xfrm>
            </p:grpSpPr>
            <p:sp>
              <p:nvSpPr>
                <p:cNvPr id="67628" name="Line 229">
                  <a:extLst>
                    <a:ext uri="{FF2B5EF4-FFF2-40B4-BE49-F238E27FC236}">
                      <a16:creationId xmlns:a16="http://schemas.microsoft.com/office/drawing/2014/main" id="{78A1484D-218C-411F-7FF0-0C98C8582A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4975" y="1688"/>
                  <a:ext cx="0" cy="25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 w="med" len="med"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defTabSz="642123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>
                    <a:solidFill>
                      <a:srgbClr val="000000"/>
                    </a:solidFill>
                    <a:latin typeface="Gill Sans" charset="0"/>
                    <a:sym typeface="Gill Sans" charset="0"/>
                  </a:endParaRPr>
                </a:p>
              </p:txBody>
            </p:sp>
            <p:pic>
              <p:nvPicPr>
                <p:cNvPr id="67629" name="Picture 230">
                  <a:extLst>
                    <a:ext uri="{FF2B5EF4-FFF2-40B4-BE49-F238E27FC236}">
                      <a16:creationId xmlns:a16="http://schemas.microsoft.com/office/drawing/2014/main" id="{FA514CBE-D17C-AEA4-A43E-999BC7BC8C7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04" y="1856"/>
                  <a:ext cx="368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254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630" name="Line 231">
                  <a:extLst>
                    <a:ext uri="{FF2B5EF4-FFF2-40B4-BE49-F238E27FC236}">
                      <a16:creationId xmlns:a16="http://schemas.microsoft.com/office/drawing/2014/main" id="{2F8847A2-A39E-D87F-01BD-93D2516AE6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487" y="1685"/>
                  <a:ext cx="0" cy="23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 w="med" len="med"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defTabSz="642123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>
                    <a:solidFill>
                      <a:srgbClr val="000000"/>
                    </a:solidFill>
                    <a:latin typeface="Gill Sans" charset="0"/>
                    <a:sym typeface="Gill Sans" charset="0"/>
                  </a:endParaRPr>
                </a:p>
              </p:txBody>
            </p:sp>
            <p:sp>
              <p:nvSpPr>
                <p:cNvPr id="67631" name="Rectangle 232">
                  <a:extLst>
                    <a:ext uri="{FF2B5EF4-FFF2-40B4-BE49-F238E27FC236}">
                      <a16:creationId xmlns:a16="http://schemas.microsoft.com/office/drawing/2014/main" id="{5BC773B1-3490-01E4-B8BD-56737C0DCD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" y="1893"/>
                  <a:ext cx="13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 defTabSz="642123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b="1">
                      <a:solidFill>
                        <a:srgbClr val="2988BD"/>
                      </a:solidFill>
                      <a:latin typeface="Arial Black" charset="0"/>
                      <a:cs typeface="Arial Black" charset="0"/>
                      <a:sym typeface="Arial Black" charset="0"/>
                    </a:rPr>
                    <a:t>+</a:t>
                  </a:r>
                </a:p>
              </p:txBody>
            </p:sp>
            <p:sp>
              <p:nvSpPr>
                <p:cNvPr id="67632" name="Rectangle 233">
                  <a:extLst>
                    <a:ext uri="{FF2B5EF4-FFF2-40B4-BE49-F238E27FC236}">
                      <a16:creationId xmlns:a16="http://schemas.microsoft.com/office/drawing/2014/main" id="{92940664-9EA4-A526-52BC-3B30AAFFF0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4" y="784"/>
                  <a:ext cx="3136" cy="368"/>
                </a:xfrm>
                <a:prstGeom prst="rect">
                  <a:avLst/>
                </a:prstGeom>
                <a:solidFill>
                  <a:srgbClr val="E6E6E6"/>
                </a:solidFill>
                <a:ln w="25400" cap="flat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38099" dir="2700000" algn="ctr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lIns="0" tIns="0" rIns="0" bIns="0" anchor="ctr"/>
                <a:lstStyle/>
                <a:p>
                  <a:pPr algn="ctr" defTabSz="642123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200" b="1">
                      <a:solidFill>
                        <a:srgbClr val="000000"/>
                      </a:solidFill>
                      <a:cs typeface="Myriad Pro" charset="0"/>
                      <a:sym typeface="Myriad Pro" charset="0"/>
                    </a:rPr>
                    <a:t>How do you empower employees to self-service?</a:t>
                  </a:r>
                </a:p>
              </p:txBody>
            </p:sp>
            <p:grpSp>
              <p:nvGrpSpPr>
                <p:cNvPr id="67642" name="Group 234">
                  <a:extLst>
                    <a:ext uri="{FF2B5EF4-FFF2-40B4-BE49-F238E27FC236}">
                      <a16:creationId xmlns:a16="http://schemas.microsoft.com/office/drawing/2014/main" id="{8E054750-9138-7FBE-C289-344D9E2C5F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04" y="0"/>
                  <a:ext cx="1344" cy="470"/>
                  <a:chOff x="0" y="0"/>
                  <a:chExt cx="1344" cy="470"/>
                </a:xfrm>
              </p:grpSpPr>
              <p:grpSp>
                <p:nvGrpSpPr>
                  <p:cNvPr id="67904" name="Group 235">
                    <a:extLst>
                      <a:ext uri="{FF2B5EF4-FFF2-40B4-BE49-F238E27FC236}">
                        <a16:creationId xmlns:a16="http://schemas.microsoft.com/office/drawing/2014/main" id="{38CF98F7-8B6C-36EF-493C-A658B75DE0A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488" cy="470"/>
                    <a:chOff x="0" y="0"/>
                    <a:chExt cx="488" cy="470"/>
                  </a:xfrm>
                </p:grpSpPr>
                <p:pic>
                  <p:nvPicPr>
                    <p:cNvPr id="67910" name="Picture 236">
                      <a:extLst>
                        <a:ext uri="{FF2B5EF4-FFF2-40B4-BE49-F238E27FC236}">
                          <a16:creationId xmlns:a16="http://schemas.microsoft.com/office/drawing/2014/main" id="{FC673246-C306-8322-68FC-2F1856D44919}"/>
                        </a:ext>
                      </a:extLst>
                    </p:cNvPr>
                    <p:cNvPicPr>
                      <a:picLocks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52" y="32"/>
                      <a:ext cx="192" cy="3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67911" name="Rectangle 237">
                      <a:extLst>
                        <a:ext uri="{FF2B5EF4-FFF2-40B4-BE49-F238E27FC236}">
                          <a16:creationId xmlns:a16="http://schemas.microsoft.com/office/drawing/2014/main" id="{320DFA53-85C1-133D-B3E8-18DEBB1531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5" y="346"/>
                      <a:ext cx="312" cy="12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 anchor="ctr">
                      <a:spAutoFit/>
                    </a:bodyPr>
                    <a:lstStyle/>
                    <a:p>
                      <a:pPr algn="ctr" defTabSz="642123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900" b="1">
                          <a:solidFill>
                            <a:srgbClr val="2988BD"/>
                          </a:solidFill>
                          <a:latin typeface="Myriad Pro Bold" charset="0"/>
                          <a:cs typeface="Myriad Pro Bold" charset="0"/>
                          <a:sym typeface="Myriad Pro Bold" charset="0"/>
                        </a:rPr>
                        <a:t>USERS</a:t>
                      </a:r>
                    </a:p>
                  </p:txBody>
                </p:sp>
                <p:pic>
                  <p:nvPicPr>
                    <p:cNvPr id="67912" name="Picture 238">
                      <a:extLst>
                        <a:ext uri="{FF2B5EF4-FFF2-40B4-BE49-F238E27FC236}">
                          <a16:creationId xmlns:a16="http://schemas.microsoft.com/office/drawing/2014/main" id="{F61DB214-CBF2-04FD-029C-50222744DDE1}"/>
                        </a:ext>
                      </a:extLst>
                    </p:cNvPr>
                    <p:cNvPicPr>
                      <a:picLocks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96" y="0"/>
                      <a:ext cx="192" cy="3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67913" name="Picture 239">
                      <a:extLst>
                        <a:ext uri="{FF2B5EF4-FFF2-40B4-BE49-F238E27FC236}">
                          <a16:creationId xmlns:a16="http://schemas.microsoft.com/office/drawing/2014/main" id="{66A9D6DE-AE3B-455D-7DB9-BDBCCF9BFFA4}"/>
                        </a:ext>
                      </a:extLst>
                    </p:cNvPr>
                    <p:cNvPicPr>
                      <a:picLocks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0" y="8"/>
                      <a:ext cx="192" cy="3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</p:grpSp>
              <p:grpSp>
                <p:nvGrpSpPr>
                  <p:cNvPr id="67905" name="Group 240">
                    <a:extLst>
                      <a:ext uri="{FF2B5EF4-FFF2-40B4-BE49-F238E27FC236}">
                        <a16:creationId xmlns:a16="http://schemas.microsoft.com/office/drawing/2014/main" id="{F7B06EDD-7A45-3292-842D-650F781B1F3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56" y="0"/>
                    <a:ext cx="488" cy="470"/>
                    <a:chOff x="0" y="0"/>
                    <a:chExt cx="488" cy="470"/>
                  </a:xfrm>
                </p:grpSpPr>
                <p:pic>
                  <p:nvPicPr>
                    <p:cNvPr id="67906" name="Picture 241">
                      <a:extLst>
                        <a:ext uri="{FF2B5EF4-FFF2-40B4-BE49-F238E27FC236}">
                          <a16:creationId xmlns:a16="http://schemas.microsoft.com/office/drawing/2014/main" id="{198421E9-4BF7-468B-EFB6-68A75148CB36}"/>
                        </a:ext>
                      </a:extLst>
                    </p:cNvPr>
                    <p:cNvPicPr>
                      <a:picLocks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52" y="32"/>
                      <a:ext cx="192" cy="3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67907" name="Rectangle 242">
                      <a:extLst>
                        <a:ext uri="{FF2B5EF4-FFF2-40B4-BE49-F238E27FC236}">
                          <a16:creationId xmlns:a16="http://schemas.microsoft.com/office/drawing/2014/main" id="{487BB1CC-5D49-980D-C831-296B4F5C6B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1" y="346"/>
                      <a:ext cx="421" cy="12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 anchor="ctr">
                      <a:spAutoFit/>
                    </a:bodyPr>
                    <a:lstStyle/>
                    <a:p>
                      <a:pPr algn="ctr" defTabSz="642123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900" b="1">
                          <a:solidFill>
                            <a:srgbClr val="2988BD"/>
                          </a:solidFill>
                          <a:latin typeface="Myriad Pro Bold" charset="0"/>
                          <a:cs typeface="Myriad Pro Bold" charset="0"/>
                          <a:sym typeface="Myriad Pro Bold" charset="0"/>
                        </a:rPr>
                        <a:t>ADMINS</a:t>
                      </a:r>
                    </a:p>
                  </p:txBody>
                </p:sp>
                <p:pic>
                  <p:nvPicPr>
                    <p:cNvPr id="67908" name="Picture 243">
                      <a:extLst>
                        <a:ext uri="{FF2B5EF4-FFF2-40B4-BE49-F238E27FC236}">
                          <a16:creationId xmlns:a16="http://schemas.microsoft.com/office/drawing/2014/main" id="{D0EA47D6-B25E-0CFB-26BD-198D31579F29}"/>
                        </a:ext>
                      </a:extLst>
                    </p:cNvPr>
                    <p:cNvPicPr>
                      <a:picLocks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96" y="0"/>
                      <a:ext cx="192" cy="3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67909" name="Picture 244">
                      <a:extLst>
                        <a:ext uri="{FF2B5EF4-FFF2-40B4-BE49-F238E27FC236}">
                          <a16:creationId xmlns:a16="http://schemas.microsoft.com/office/drawing/2014/main" id="{7E6A67F6-2954-AB4F-5C36-81C26ED76732}"/>
                        </a:ext>
                      </a:extLst>
                    </p:cNvPr>
                    <p:cNvPicPr>
                      <a:picLocks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0" y="8"/>
                      <a:ext cx="192" cy="3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</p:grpSp>
            </p:grpSp>
            <p:sp>
              <p:nvSpPr>
                <p:cNvPr id="67643" name="Line 245">
                  <a:extLst>
                    <a:ext uri="{FF2B5EF4-FFF2-40B4-BE49-F238E27FC236}">
                      <a16:creationId xmlns:a16="http://schemas.microsoft.com/office/drawing/2014/main" id="{13ECCBA4-A2D8-4CE8-D659-064F71C617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7" y="532"/>
                  <a:ext cx="0" cy="21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 w="med" len="med"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defTabSz="642123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>
                    <a:solidFill>
                      <a:srgbClr val="000000"/>
                    </a:solidFill>
                    <a:latin typeface="Gill Sans" charset="0"/>
                    <a:sym typeface="Gill Sans" charset="0"/>
                  </a:endParaRPr>
                </a:p>
              </p:txBody>
            </p:sp>
            <p:sp>
              <p:nvSpPr>
                <p:cNvPr id="67644" name="Rectangle 246">
                  <a:extLst>
                    <a:ext uri="{FF2B5EF4-FFF2-40B4-BE49-F238E27FC236}">
                      <a16:creationId xmlns:a16="http://schemas.microsoft.com/office/drawing/2014/main" id="{EBB0768C-98F1-8DE1-DA1C-A1CE3BB8D7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0" y="784"/>
                  <a:ext cx="3144" cy="368"/>
                </a:xfrm>
                <a:prstGeom prst="rect">
                  <a:avLst/>
                </a:prstGeom>
                <a:solidFill>
                  <a:srgbClr val="DFDFDF"/>
                </a:solidFill>
                <a:ln w="25400" cap="flat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38099" dir="2700000" algn="ctr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lIns="0" tIns="0" rIns="0" bIns="0" anchor="ctr"/>
                <a:lstStyle/>
                <a:p>
                  <a:pPr algn="ctr" defTabSz="642123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200" b="1" dirty="0">
                      <a:solidFill>
                        <a:srgbClr val="000000"/>
                      </a:solidFill>
                      <a:cs typeface="Myriad Pro" charset="0"/>
                      <a:sym typeface="Myriad Pro" charset="0"/>
                    </a:rPr>
                    <a:t>How do you make your apps cloud aware?</a:t>
                  </a:r>
                </a:p>
              </p:txBody>
            </p:sp>
            <p:sp>
              <p:nvSpPr>
                <p:cNvPr id="67645" name="Line 247">
                  <a:extLst>
                    <a:ext uri="{FF2B5EF4-FFF2-40B4-BE49-F238E27FC236}">
                      <a16:creationId xmlns:a16="http://schemas.microsoft.com/office/drawing/2014/main" id="{C6056404-47F6-A931-F588-08D7321DDF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75" y="532"/>
                  <a:ext cx="0" cy="21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oval" w="med" len="med"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defTabSz="642123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>
                    <a:solidFill>
                      <a:srgbClr val="000000"/>
                    </a:solidFill>
                    <a:latin typeface="Gill Sans" charset="0"/>
                    <a:sym typeface="Gill Sans" charset="0"/>
                  </a:endParaRPr>
                </a:p>
              </p:txBody>
            </p:sp>
          </p:grpSp>
          <p:grpSp>
            <p:nvGrpSpPr>
              <p:cNvPr id="67617" name="Group 252">
                <a:extLst>
                  <a:ext uri="{FF2B5EF4-FFF2-40B4-BE49-F238E27FC236}">
                    <a16:creationId xmlns:a16="http://schemas.microsoft.com/office/drawing/2014/main" id="{C7A5B3C2-438D-A45E-0848-AF64DD329E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1016" y="1621880"/>
                <a:ext cx="428625" cy="586009"/>
                <a:chOff x="0" y="0"/>
                <a:chExt cx="384" cy="524"/>
              </a:xfrm>
            </p:grpSpPr>
            <p:pic>
              <p:nvPicPr>
                <p:cNvPr id="67626" name="Picture 253">
                  <a:extLst>
                    <a:ext uri="{FF2B5EF4-FFF2-40B4-BE49-F238E27FC236}">
                      <a16:creationId xmlns:a16="http://schemas.microsoft.com/office/drawing/2014/main" id="{75B86837-CCAB-D8DE-F54C-1B7E6BE29C3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384" cy="3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254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627" name="Rectangle 254">
                  <a:extLst>
                    <a:ext uri="{FF2B5EF4-FFF2-40B4-BE49-F238E27FC236}">
                      <a16:creationId xmlns:a16="http://schemas.microsoft.com/office/drawing/2014/main" id="{57E72D95-C9CA-4A8E-38D6-B5D57CF2FB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" y="400"/>
                  <a:ext cx="257" cy="1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 defTabSz="642123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900" b="1">
                      <a:solidFill>
                        <a:srgbClr val="2988BD"/>
                      </a:solidFill>
                      <a:latin typeface="Myriad Pro Bold" charset="0"/>
                      <a:cs typeface="Myriad Pro Bold" charset="0"/>
                      <a:sym typeface="Myriad Pro Bold" charset="0"/>
                    </a:rPr>
                    <a:t>APPS</a:t>
                  </a:r>
                </a:p>
              </p:txBody>
            </p:sp>
          </p:grpSp>
        </p:grpSp>
      </p:grpSp>
      <p:sp>
        <p:nvSpPr>
          <p:cNvPr id="67914" name="AutoShape 255">
            <a:extLst>
              <a:ext uri="{FF2B5EF4-FFF2-40B4-BE49-F238E27FC236}">
                <a16:creationId xmlns:a16="http://schemas.microsoft.com/office/drawing/2014/main" id="{66A9BCA8-D739-C5E6-5F71-2DC46328E97D}"/>
              </a:ext>
            </a:extLst>
          </p:cNvPr>
          <p:cNvSpPr>
            <a:spLocks/>
          </p:cNvSpPr>
          <p:nvPr/>
        </p:nvSpPr>
        <p:spPr bwMode="auto">
          <a:xfrm>
            <a:off x="1907976" y="6259711"/>
            <a:ext cx="8358188" cy="116086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858585">
                  <a:alpha val="50000"/>
                </a:srgbClr>
              </a:gs>
              <a:gs pos="27461">
                <a:srgbClr val="B1B1B1">
                  <a:alpha val="50000"/>
                </a:srgbClr>
              </a:gs>
              <a:gs pos="100000">
                <a:srgbClr val="DCDCDC">
                  <a:alpha val="50000"/>
                </a:srgbClr>
              </a:gs>
            </a:gsLst>
            <a:lin ang="5400000" scaled="1"/>
          </a:gradFill>
          <a:ln w="25400">
            <a:solidFill>
              <a:schemeClr val="tx1">
                <a:alpha val="0"/>
              </a:schemeClr>
            </a:solidFill>
            <a:round/>
            <a:headEnd/>
            <a:tailEnd/>
          </a:ln>
        </p:spPr>
        <p:txBody>
          <a:bodyPr lIns="0" tIns="0" rIns="0" bIns="0"/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endParaRPr lang="en-US" sz="80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67915" name="Line 256">
            <a:extLst>
              <a:ext uri="{FF2B5EF4-FFF2-40B4-BE49-F238E27FC236}">
                <a16:creationId xmlns:a16="http://schemas.microsoft.com/office/drawing/2014/main" id="{55D3E35E-B28C-95FF-64ED-5F9E5C5569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80072" y="6537648"/>
            <a:ext cx="1644178" cy="0"/>
          </a:xfrm>
          <a:prstGeom prst="line">
            <a:avLst/>
          </a:prstGeom>
          <a:noFill/>
          <a:ln w="12700">
            <a:solidFill>
              <a:srgbClr val="656565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endParaRPr lang="en-US" sz="80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67916" name="Line 257">
            <a:extLst>
              <a:ext uri="{FF2B5EF4-FFF2-40B4-BE49-F238E27FC236}">
                <a16:creationId xmlns:a16="http://schemas.microsoft.com/office/drawing/2014/main" id="{2785FA56-F9CA-4C92-AA3E-0B607BE10A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58917" y="6125791"/>
            <a:ext cx="225475" cy="1117"/>
          </a:xfrm>
          <a:prstGeom prst="line">
            <a:avLst/>
          </a:prstGeom>
          <a:noFill/>
          <a:ln w="25400">
            <a:solidFill>
              <a:srgbClr val="FFFFFF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endParaRPr lang="en-US" sz="80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67917" name="Rectangle 258">
            <a:extLst>
              <a:ext uri="{FF2B5EF4-FFF2-40B4-BE49-F238E27FC236}">
                <a16:creationId xmlns:a16="http://schemas.microsoft.com/office/drawing/2014/main" id="{B9ED3110-47D1-101E-1106-37910860CF9D}"/>
              </a:ext>
            </a:extLst>
          </p:cNvPr>
          <p:cNvSpPr>
            <a:spLocks/>
          </p:cNvSpPr>
          <p:nvPr/>
        </p:nvSpPr>
        <p:spPr bwMode="auto">
          <a:xfrm>
            <a:off x="4699620" y="6071098"/>
            <a:ext cx="1205508" cy="1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232323"/>
                </a:solidFill>
                <a:latin typeface="Myriad Pro Bold" charset="0"/>
                <a:cs typeface="Myriad Pro Bold" charset="0"/>
                <a:sym typeface="Myriad Pro Bold" charset="0"/>
              </a:rPr>
              <a:t>2. Cloud Data Center</a:t>
            </a:r>
          </a:p>
        </p:txBody>
      </p:sp>
      <p:sp>
        <p:nvSpPr>
          <p:cNvPr id="67918" name="Rectangle 259">
            <a:extLst>
              <a:ext uri="{FF2B5EF4-FFF2-40B4-BE49-F238E27FC236}">
                <a16:creationId xmlns:a16="http://schemas.microsoft.com/office/drawing/2014/main" id="{564B1243-7FEA-57AE-8415-A4A58713B9A2}"/>
              </a:ext>
            </a:extLst>
          </p:cNvPr>
          <p:cNvSpPr>
            <a:spLocks/>
          </p:cNvSpPr>
          <p:nvPr/>
        </p:nvSpPr>
        <p:spPr bwMode="auto">
          <a:xfrm>
            <a:off x="7485684" y="6071098"/>
            <a:ext cx="1126256" cy="1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232323"/>
                </a:solidFill>
                <a:latin typeface="Myriad Pro Bold" charset="0"/>
                <a:cs typeface="Myriad Pro Bold" charset="0"/>
                <a:sym typeface="Myriad Pro Bold" charset="0"/>
              </a:rPr>
              <a:t>3. Cloud Federation</a:t>
            </a:r>
          </a:p>
        </p:txBody>
      </p:sp>
      <p:sp>
        <p:nvSpPr>
          <p:cNvPr id="67919" name="Rectangle 260">
            <a:extLst>
              <a:ext uri="{FF2B5EF4-FFF2-40B4-BE49-F238E27FC236}">
                <a16:creationId xmlns:a16="http://schemas.microsoft.com/office/drawing/2014/main" id="{568FE9F9-8290-D3F2-DCE3-34234F13C675}"/>
              </a:ext>
            </a:extLst>
          </p:cNvPr>
          <p:cNvSpPr>
            <a:spLocks/>
          </p:cNvSpPr>
          <p:nvPr/>
        </p:nvSpPr>
        <p:spPr bwMode="auto">
          <a:xfrm>
            <a:off x="2011785" y="6044309"/>
            <a:ext cx="1145232" cy="1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FFFFFF"/>
                </a:solidFill>
                <a:latin typeface="Myriad Pro Bold" charset="0"/>
                <a:cs typeface="Myriad Pro Bold" charset="0"/>
                <a:sym typeface="Myriad Pro Bold" charset="0"/>
              </a:rPr>
              <a:t>Server Virtualization</a:t>
            </a:r>
          </a:p>
        </p:txBody>
      </p:sp>
      <p:sp>
        <p:nvSpPr>
          <p:cNvPr id="67920" name="Rectangle 261">
            <a:extLst>
              <a:ext uri="{FF2B5EF4-FFF2-40B4-BE49-F238E27FC236}">
                <a16:creationId xmlns:a16="http://schemas.microsoft.com/office/drawing/2014/main" id="{358D9674-686B-7EEA-9264-719B3C0C3F2A}"/>
              </a:ext>
            </a:extLst>
          </p:cNvPr>
          <p:cNvSpPr>
            <a:spLocks/>
          </p:cNvSpPr>
          <p:nvPr/>
        </p:nvSpPr>
        <p:spPr bwMode="auto">
          <a:xfrm>
            <a:off x="1895699" y="6071147"/>
            <a:ext cx="87203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AB001E"/>
                </a:solidFill>
                <a:latin typeface="Myriad Pro Bold" charset="0"/>
                <a:cs typeface="Myriad Pro Bold" charset="0"/>
                <a:sym typeface="Myriad Pro Bold" charset="0"/>
              </a:rPr>
              <a:t>1. Virtualization</a:t>
            </a:r>
          </a:p>
        </p:txBody>
      </p:sp>
      <p:sp>
        <p:nvSpPr>
          <p:cNvPr id="67921" name="AutoShape 263">
            <a:extLst>
              <a:ext uri="{FF2B5EF4-FFF2-40B4-BE49-F238E27FC236}">
                <a16:creationId xmlns:a16="http://schemas.microsoft.com/office/drawing/2014/main" id="{26679448-3684-7911-4650-2CD38A13ACB7}"/>
              </a:ext>
            </a:extLst>
          </p:cNvPr>
          <p:cNvSpPr>
            <a:spLocks/>
          </p:cNvSpPr>
          <p:nvPr/>
        </p:nvSpPr>
        <p:spPr bwMode="auto">
          <a:xfrm>
            <a:off x="1908002" y="6259711"/>
            <a:ext cx="2786063" cy="107156"/>
          </a:xfrm>
          <a:prstGeom prst="roundRect">
            <a:avLst>
              <a:gd name="adj" fmla="val 50000"/>
            </a:avLst>
          </a:prstGeom>
          <a:solidFill>
            <a:srgbClr val="AB001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642123" fontAlgn="base">
              <a:spcBef>
                <a:spcPct val="0"/>
              </a:spcBef>
              <a:spcAft>
                <a:spcPct val="0"/>
              </a:spcAft>
            </a:pPr>
            <a:endParaRPr lang="en-US" sz="80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67922" name="Rectangle 243">
            <a:extLst>
              <a:ext uri="{FF2B5EF4-FFF2-40B4-BE49-F238E27FC236}">
                <a16:creationId xmlns:a16="http://schemas.microsoft.com/office/drawing/2014/main" id="{71BA5EFB-5331-5582-AD72-3CCF4ED47A50}"/>
              </a:ext>
            </a:extLst>
          </p:cNvPr>
          <p:cNvSpPr>
            <a:spLocks/>
          </p:cNvSpPr>
          <p:nvPr/>
        </p:nvSpPr>
        <p:spPr bwMode="auto">
          <a:xfrm>
            <a:off x="2742916" y="5445224"/>
            <a:ext cx="6706171" cy="43204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  <a:effectLst>
            <a:outerShdw blurRad="25400" dist="25399" dir="2880013" algn="ctr" rotWithShape="0">
              <a:schemeClr val="bg2">
                <a:alpha val="74998"/>
              </a:schemeClr>
            </a:outerShdw>
          </a:effectLst>
        </p:spPr>
        <p:txBody>
          <a:bodyPr lIns="0" tIns="0" rIns="0" bIns="0" anchor="ctr"/>
          <a:lstStyle/>
          <a:p>
            <a:pPr algn="ctr" defTabSz="64212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cs typeface="Myriad Pro" charset="0"/>
                <a:sym typeface="Myriad Pro" charset="0"/>
              </a:rPr>
              <a:t>A Cloud Management Layer Is Missing</a:t>
            </a:r>
          </a:p>
        </p:txBody>
      </p:sp>
    </p:spTree>
    <p:extLst>
      <p:ext uri="{BB962C8B-B14F-4D97-AF65-F5344CB8AC3E}">
        <p14:creationId xmlns:p14="http://schemas.microsoft.com/office/powerpoint/2010/main" val="301770425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7F0C-678A-453B-A7D5-881B9A6E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IaaS Architecture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37C07DBB-1032-8159-531C-41989BE636C1}"/>
              </a:ext>
            </a:extLst>
          </p:cNvPr>
          <p:cNvSpPr/>
          <p:nvPr/>
        </p:nvSpPr>
        <p:spPr>
          <a:xfrm>
            <a:off x="2092180" y="1533898"/>
            <a:ext cx="7233077" cy="457376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5045165-37D4-7B1B-DD3F-4AAC38190938}"/>
              </a:ext>
            </a:extLst>
          </p:cNvPr>
          <p:cNvSpPr/>
          <p:nvPr/>
        </p:nvSpPr>
        <p:spPr>
          <a:xfrm>
            <a:off x="4784393" y="1905000"/>
            <a:ext cx="1853564" cy="533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IaaS Cloud Controller</a:t>
            </a:r>
          </a:p>
        </p:txBody>
      </p:sp>
      <p:grpSp>
        <p:nvGrpSpPr>
          <p:cNvPr id="83" name="Group 151">
            <a:extLst>
              <a:ext uri="{FF2B5EF4-FFF2-40B4-BE49-F238E27FC236}">
                <a16:creationId xmlns:a16="http://schemas.microsoft.com/office/drawing/2014/main" id="{185A4210-A7BA-E68C-4BDF-8FE1D80A3167}"/>
              </a:ext>
            </a:extLst>
          </p:cNvPr>
          <p:cNvGrpSpPr>
            <a:grpSpLocks/>
          </p:cNvGrpSpPr>
          <p:nvPr/>
        </p:nvGrpSpPr>
        <p:grpSpPr bwMode="auto">
          <a:xfrm>
            <a:off x="2493928" y="3111773"/>
            <a:ext cx="6161484" cy="2616398"/>
            <a:chOff x="0" y="0"/>
            <a:chExt cx="5520" cy="2344"/>
          </a:xfrm>
        </p:grpSpPr>
        <p:grpSp>
          <p:nvGrpSpPr>
            <p:cNvPr id="84" name="Group 152">
              <a:extLst>
                <a:ext uri="{FF2B5EF4-FFF2-40B4-BE49-F238E27FC236}">
                  <a16:creationId xmlns:a16="http://schemas.microsoft.com/office/drawing/2014/main" id="{3A6123BA-CEA0-822C-5482-0545394DD3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6" y="0"/>
              <a:ext cx="2805" cy="1506"/>
              <a:chOff x="0" y="0"/>
              <a:chExt cx="2804" cy="1506"/>
            </a:xfrm>
          </p:grpSpPr>
          <p:grpSp>
            <p:nvGrpSpPr>
              <p:cNvPr id="138" name="Group 153">
                <a:extLst>
                  <a:ext uri="{FF2B5EF4-FFF2-40B4-BE49-F238E27FC236}">
                    <a16:creationId xmlns:a16="http://schemas.microsoft.com/office/drawing/2014/main" id="{87D9DAEC-749F-3776-5481-630ED19B77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154" name="Picture 154">
                  <a:extLst>
                    <a:ext uri="{FF2B5EF4-FFF2-40B4-BE49-F238E27FC236}">
                      <a16:creationId xmlns:a16="http://schemas.microsoft.com/office/drawing/2014/main" id="{681C8DA4-2B2E-8729-AF2F-9018CD9AA30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55" name="Picture 155">
                  <a:extLst>
                    <a:ext uri="{FF2B5EF4-FFF2-40B4-BE49-F238E27FC236}">
                      <a16:creationId xmlns:a16="http://schemas.microsoft.com/office/drawing/2014/main" id="{B256339C-1A1E-2128-001A-7FACDFCEFB2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56" name="Picture 156">
                  <a:extLst>
                    <a:ext uri="{FF2B5EF4-FFF2-40B4-BE49-F238E27FC236}">
                      <a16:creationId xmlns:a16="http://schemas.microsoft.com/office/drawing/2014/main" id="{5F8653E8-1302-06F1-D930-7069B47E1BD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57" name="Picture 157">
                  <a:extLst>
                    <a:ext uri="{FF2B5EF4-FFF2-40B4-BE49-F238E27FC236}">
                      <a16:creationId xmlns:a16="http://schemas.microsoft.com/office/drawing/2014/main" id="{A2A82F17-CB4A-657C-E7CB-907A085881C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39" name="Group 158">
                <a:extLst>
                  <a:ext uri="{FF2B5EF4-FFF2-40B4-BE49-F238E27FC236}">
                    <a16:creationId xmlns:a16="http://schemas.microsoft.com/office/drawing/2014/main" id="{BB23E144-7CA4-CE40-24A2-519C893438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1021"/>
                <a:chOff x="0" y="0"/>
                <a:chExt cx="1451" cy="1020"/>
              </a:xfrm>
            </p:grpSpPr>
            <p:pic>
              <p:nvPicPr>
                <p:cNvPr id="150" name="Picture 159">
                  <a:extLst>
                    <a:ext uri="{FF2B5EF4-FFF2-40B4-BE49-F238E27FC236}">
                      <a16:creationId xmlns:a16="http://schemas.microsoft.com/office/drawing/2014/main" id="{64E4646E-3770-4999-4FA7-4200D8E294B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51" name="Picture 160">
                  <a:extLst>
                    <a:ext uri="{FF2B5EF4-FFF2-40B4-BE49-F238E27FC236}">
                      <a16:creationId xmlns:a16="http://schemas.microsoft.com/office/drawing/2014/main" id="{84EC88DB-C578-EACB-97C5-A4D39FE3A78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52" name="Picture 161">
                  <a:extLst>
                    <a:ext uri="{FF2B5EF4-FFF2-40B4-BE49-F238E27FC236}">
                      <a16:creationId xmlns:a16="http://schemas.microsoft.com/office/drawing/2014/main" id="{80F285AE-43D5-B6BA-0970-B6B086992FD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53" name="Picture 162">
                  <a:extLst>
                    <a:ext uri="{FF2B5EF4-FFF2-40B4-BE49-F238E27FC236}">
                      <a16:creationId xmlns:a16="http://schemas.microsoft.com/office/drawing/2014/main" id="{E3D73716-3FFE-A1E1-E7FA-46F80FE2CC7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40" name="Group 163">
                <a:extLst>
                  <a:ext uri="{FF2B5EF4-FFF2-40B4-BE49-F238E27FC236}">
                    <a16:creationId xmlns:a16="http://schemas.microsoft.com/office/drawing/2014/main" id="{FE55F98A-4459-CA46-D4F4-23FADF91CD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146" name="Picture 164">
                  <a:extLst>
                    <a:ext uri="{FF2B5EF4-FFF2-40B4-BE49-F238E27FC236}">
                      <a16:creationId xmlns:a16="http://schemas.microsoft.com/office/drawing/2014/main" id="{893A7C74-2656-599D-C93E-253CD01CA83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7" name="Picture 165">
                  <a:extLst>
                    <a:ext uri="{FF2B5EF4-FFF2-40B4-BE49-F238E27FC236}">
                      <a16:creationId xmlns:a16="http://schemas.microsoft.com/office/drawing/2014/main" id="{7C0E94AD-7D2B-A61C-AC22-E2EB592E3CE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8" name="Picture 166">
                  <a:extLst>
                    <a:ext uri="{FF2B5EF4-FFF2-40B4-BE49-F238E27FC236}">
                      <a16:creationId xmlns:a16="http://schemas.microsoft.com/office/drawing/2014/main" id="{7EBB3458-0832-C17A-80D9-D3CC9555398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9" name="Picture 167">
                  <a:extLst>
                    <a:ext uri="{FF2B5EF4-FFF2-40B4-BE49-F238E27FC236}">
                      <a16:creationId xmlns:a16="http://schemas.microsoft.com/office/drawing/2014/main" id="{102B71FE-AC3E-3A18-D8C3-76F4F63CBA9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41" name="Group 168">
                <a:extLst>
                  <a:ext uri="{FF2B5EF4-FFF2-40B4-BE49-F238E27FC236}">
                    <a16:creationId xmlns:a16="http://schemas.microsoft.com/office/drawing/2014/main" id="{5963B405-21BB-A73D-3464-4C1334528D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452" cy="1020"/>
                <a:chOff x="0" y="0"/>
                <a:chExt cx="1451" cy="1020"/>
              </a:xfrm>
            </p:grpSpPr>
            <p:pic>
              <p:nvPicPr>
                <p:cNvPr id="142" name="Picture 169">
                  <a:extLst>
                    <a:ext uri="{FF2B5EF4-FFF2-40B4-BE49-F238E27FC236}">
                      <a16:creationId xmlns:a16="http://schemas.microsoft.com/office/drawing/2014/main" id="{3D77CEEE-180C-E20D-8A8B-F7582444D4E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3" name="Picture 170">
                  <a:extLst>
                    <a:ext uri="{FF2B5EF4-FFF2-40B4-BE49-F238E27FC236}">
                      <a16:creationId xmlns:a16="http://schemas.microsoft.com/office/drawing/2014/main" id="{49370557-8DCB-17EF-0864-89379B5C0CF5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4" name="Picture 171">
                  <a:extLst>
                    <a:ext uri="{FF2B5EF4-FFF2-40B4-BE49-F238E27FC236}">
                      <a16:creationId xmlns:a16="http://schemas.microsoft.com/office/drawing/2014/main" id="{8371ADEE-B4FF-FA90-C83D-E6A32156B30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5" name="Picture 172">
                  <a:extLst>
                    <a:ext uri="{FF2B5EF4-FFF2-40B4-BE49-F238E27FC236}">
                      <a16:creationId xmlns:a16="http://schemas.microsoft.com/office/drawing/2014/main" id="{E157BD03-6FB3-D79C-0499-9821AA92C3F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85" name="Group 173">
              <a:extLst>
                <a:ext uri="{FF2B5EF4-FFF2-40B4-BE49-F238E27FC236}">
                  <a16:creationId xmlns:a16="http://schemas.microsoft.com/office/drawing/2014/main" id="{A353C91F-4213-C3C6-1E12-3D733BA0D6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81"/>
              <a:ext cx="2804" cy="1507"/>
              <a:chOff x="0" y="0"/>
              <a:chExt cx="2804" cy="1506"/>
            </a:xfrm>
          </p:grpSpPr>
          <p:grpSp>
            <p:nvGrpSpPr>
              <p:cNvPr id="119" name="Group 174">
                <a:extLst>
                  <a:ext uri="{FF2B5EF4-FFF2-40B4-BE49-F238E27FC236}">
                    <a16:creationId xmlns:a16="http://schemas.microsoft.com/office/drawing/2014/main" id="{2058A882-D49A-619B-ACAE-BEB92B65D1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134" name="Picture 175">
                  <a:extLst>
                    <a:ext uri="{FF2B5EF4-FFF2-40B4-BE49-F238E27FC236}">
                      <a16:creationId xmlns:a16="http://schemas.microsoft.com/office/drawing/2014/main" id="{7D6FAFD1-7A96-115E-7804-A033BE54DDC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5" name="Picture 176">
                  <a:extLst>
                    <a:ext uri="{FF2B5EF4-FFF2-40B4-BE49-F238E27FC236}">
                      <a16:creationId xmlns:a16="http://schemas.microsoft.com/office/drawing/2014/main" id="{DC7A982D-11D8-782D-B1FD-26C63BFE3B2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6" name="Picture 177">
                  <a:extLst>
                    <a:ext uri="{FF2B5EF4-FFF2-40B4-BE49-F238E27FC236}">
                      <a16:creationId xmlns:a16="http://schemas.microsoft.com/office/drawing/2014/main" id="{C462CA3E-31EA-1D2D-4853-760217CEC88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7" name="Picture 178">
                  <a:extLst>
                    <a:ext uri="{FF2B5EF4-FFF2-40B4-BE49-F238E27FC236}">
                      <a16:creationId xmlns:a16="http://schemas.microsoft.com/office/drawing/2014/main" id="{795FAEFB-4BCB-C87C-47EB-CEB953128D8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20" name="Group 179">
                <a:extLst>
                  <a:ext uri="{FF2B5EF4-FFF2-40B4-BE49-F238E27FC236}">
                    <a16:creationId xmlns:a16="http://schemas.microsoft.com/office/drawing/2014/main" id="{57751E2D-CB90-BDF9-3946-C238425FEE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895"/>
                <a:chOff x="0" y="0"/>
                <a:chExt cx="1451" cy="894"/>
              </a:xfrm>
            </p:grpSpPr>
            <p:pic>
              <p:nvPicPr>
                <p:cNvPr id="131" name="Picture 180">
                  <a:extLst>
                    <a:ext uri="{FF2B5EF4-FFF2-40B4-BE49-F238E27FC236}">
                      <a16:creationId xmlns:a16="http://schemas.microsoft.com/office/drawing/2014/main" id="{193DC42B-588E-763C-EF4A-9EA2206DD12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2" name="Picture 181">
                  <a:extLst>
                    <a:ext uri="{FF2B5EF4-FFF2-40B4-BE49-F238E27FC236}">
                      <a16:creationId xmlns:a16="http://schemas.microsoft.com/office/drawing/2014/main" id="{996FD70A-48A7-BD29-2550-13BBC49DB96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3" name="Picture 182">
                  <a:extLst>
                    <a:ext uri="{FF2B5EF4-FFF2-40B4-BE49-F238E27FC236}">
                      <a16:creationId xmlns:a16="http://schemas.microsoft.com/office/drawing/2014/main" id="{01AF68E6-74F3-E0A8-966A-E494DD38494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21" name="Group 183">
                <a:extLst>
                  <a:ext uri="{FF2B5EF4-FFF2-40B4-BE49-F238E27FC236}">
                    <a16:creationId xmlns:a16="http://schemas.microsoft.com/office/drawing/2014/main" id="{58B5ADA8-1222-B17A-218A-EEFB2ADEBE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127" name="Picture 184">
                  <a:extLst>
                    <a:ext uri="{FF2B5EF4-FFF2-40B4-BE49-F238E27FC236}">
                      <a16:creationId xmlns:a16="http://schemas.microsoft.com/office/drawing/2014/main" id="{CF9E393D-74B6-6990-1109-EA04D3CA761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8" name="Picture 185">
                  <a:extLst>
                    <a:ext uri="{FF2B5EF4-FFF2-40B4-BE49-F238E27FC236}">
                      <a16:creationId xmlns:a16="http://schemas.microsoft.com/office/drawing/2014/main" id="{C67E502A-31C4-4621-2D2D-5779654305F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9" name="Picture 186">
                  <a:extLst>
                    <a:ext uri="{FF2B5EF4-FFF2-40B4-BE49-F238E27FC236}">
                      <a16:creationId xmlns:a16="http://schemas.microsoft.com/office/drawing/2014/main" id="{6D74029D-99E1-DC72-A4E9-5F3ED411909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0" name="Picture 187">
                  <a:extLst>
                    <a:ext uri="{FF2B5EF4-FFF2-40B4-BE49-F238E27FC236}">
                      <a16:creationId xmlns:a16="http://schemas.microsoft.com/office/drawing/2014/main" id="{591C6DD9-0C63-054C-5E4D-6DF9FE28D6A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22" name="Group 188">
                <a:extLst>
                  <a:ext uri="{FF2B5EF4-FFF2-40B4-BE49-F238E27FC236}">
                    <a16:creationId xmlns:a16="http://schemas.microsoft.com/office/drawing/2014/main" id="{BE2D53FF-DF95-B2B4-4EF0-E71A33B1C6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452" cy="1020"/>
                <a:chOff x="0" y="0"/>
                <a:chExt cx="1451" cy="1020"/>
              </a:xfrm>
            </p:grpSpPr>
            <p:pic>
              <p:nvPicPr>
                <p:cNvPr id="123" name="Picture 189">
                  <a:extLst>
                    <a:ext uri="{FF2B5EF4-FFF2-40B4-BE49-F238E27FC236}">
                      <a16:creationId xmlns:a16="http://schemas.microsoft.com/office/drawing/2014/main" id="{2852E096-EEE5-F24E-19B0-8BCDE32C010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4" name="Picture 190">
                  <a:extLst>
                    <a:ext uri="{FF2B5EF4-FFF2-40B4-BE49-F238E27FC236}">
                      <a16:creationId xmlns:a16="http://schemas.microsoft.com/office/drawing/2014/main" id="{0EFE7BB0-5738-BF6B-5A1B-A081FCE6AC0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5" name="Picture 191">
                  <a:extLst>
                    <a:ext uri="{FF2B5EF4-FFF2-40B4-BE49-F238E27FC236}">
                      <a16:creationId xmlns:a16="http://schemas.microsoft.com/office/drawing/2014/main" id="{FCACD73F-1977-4339-B70A-39B4C776370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6" name="Picture 192">
                  <a:extLst>
                    <a:ext uri="{FF2B5EF4-FFF2-40B4-BE49-F238E27FC236}">
                      <a16:creationId xmlns:a16="http://schemas.microsoft.com/office/drawing/2014/main" id="{16192EC9-8F47-806B-1C73-25C83F37C391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86" name="Group 193">
              <a:extLst>
                <a:ext uri="{FF2B5EF4-FFF2-40B4-BE49-F238E27FC236}">
                  <a16:creationId xmlns:a16="http://schemas.microsoft.com/office/drawing/2014/main" id="{3D381768-4CA5-8BD5-69CD-C94EFD271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5" y="476"/>
              <a:ext cx="2805" cy="1506"/>
              <a:chOff x="0" y="0"/>
              <a:chExt cx="2804" cy="1506"/>
            </a:xfrm>
          </p:grpSpPr>
          <p:grpSp>
            <p:nvGrpSpPr>
              <p:cNvPr id="100" name="Group 194">
                <a:extLst>
                  <a:ext uri="{FF2B5EF4-FFF2-40B4-BE49-F238E27FC236}">
                    <a16:creationId xmlns:a16="http://schemas.microsoft.com/office/drawing/2014/main" id="{A0A4BBEC-4B23-163C-5CCF-7ED6777804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3" y="0"/>
                <a:ext cx="1452" cy="1020"/>
                <a:chOff x="0" y="0"/>
                <a:chExt cx="1451" cy="1020"/>
              </a:xfrm>
            </p:grpSpPr>
            <p:pic>
              <p:nvPicPr>
                <p:cNvPr id="115" name="Picture 195">
                  <a:extLst>
                    <a:ext uri="{FF2B5EF4-FFF2-40B4-BE49-F238E27FC236}">
                      <a16:creationId xmlns:a16="http://schemas.microsoft.com/office/drawing/2014/main" id="{1AEEAB46-6EAF-87CF-E7DD-1FA4F132E4D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6" name="Picture 196">
                  <a:extLst>
                    <a:ext uri="{FF2B5EF4-FFF2-40B4-BE49-F238E27FC236}">
                      <a16:creationId xmlns:a16="http://schemas.microsoft.com/office/drawing/2014/main" id="{5D0C4416-AB76-D3A5-1090-944537F8C00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7" name="Picture 197">
                  <a:extLst>
                    <a:ext uri="{FF2B5EF4-FFF2-40B4-BE49-F238E27FC236}">
                      <a16:creationId xmlns:a16="http://schemas.microsoft.com/office/drawing/2014/main" id="{5BFB9702-F75F-21EA-F416-9D1586558F8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8" name="Picture 198">
                  <a:extLst>
                    <a:ext uri="{FF2B5EF4-FFF2-40B4-BE49-F238E27FC236}">
                      <a16:creationId xmlns:a16="http://schemas.microsoft.com/office/drawing/2014/main" id="{53D19BD0-3EAF-4EFF-ED11-6FDC52E2DF5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01" name="Group 199">
                <a:extLst>
                  <a:ext uri="{FF2B5EF4-FFF2-40B4-BE49-F238E27FC236}">
                    <a16:creationId xmlns:a16="http://schemas.microsoft.com/office/drawing/2014/main" id="{A363F9C6-0B66-37EC-B865-BA647925EA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5"/>
                <a:ext cx="1451" cy="1021"/>
                <a:chOff x="0" y="0"/>
                <a:chExt cx="1451" cy="1020"/>
              </a:xfrm>
            </p:grpSpPr>
            <p:pic>
              <p:nvPicPr>
                <p:cNvPr id="111" name="Picture 200">
                  <a:extLst>
                    <a:ext uri="{FF2B5EF4-FFF2-40B4-BE49-F238E27FC236}">
                      <a16:creationId xmlns:a16="http://schemas.microsoft.com/office/drawing/2014/main" id="{F3F295C5-2D98-9D9F-4CDC-1C70658D3CE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2" name="Picture 201">
                  <a:extLst>
                    <a:ext uri="{FF2B5EF4-FFF2-40B4-BE49-F238E27FC236}">
                      <a16:creationId xmlns:a16="http://schemas.microsoft.com/office/drawing/2014/main" id="{88141EE9-5EE9-890F-52B6-6274BA473AD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202">
                  <a:extLst>
                    <a:ext uri="{FF2B5EF4-FFF2-40B4-BE49-F238E27FC236}">
                      <a16:creationId xmlns:a16="http://schemas.microsoft.com/office/drawing/2014/main" id="{86D90457-E2D9-0CB4-F8BB-23AB11A6A9F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203">
                  <a:extLst>
                    <a:ext uri="{FF2B5EF4-FFF2-40B4-BE49-F238E27FC236}">
                      <a16:creationId xmlns:a16="http://schemas.microsoft.com/office/drawing/2014/main" id="{3B1ACC17-EA46-9F03-6725-E31752FC06F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02" name="Group 204">
                <a:extLst>
                  <a:ext uri="{FF2B5EF4-FFF2-40B4-BE49-F238E27FC236}">
                    <a16:creationId xmlns:a16="http://schemas.microsoft.com/office/drawing/2014/main" id="{6BD8F427-6E19-D8ED-1CFB-FD7F0AEB14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2" y="240"/>
                <a:ext cx="1452" cy="1020"/>
                <a:chOff x="0" y="0"/>
                <a:chExt cx="1451" cy="1020"/>
              </a:xfrm>
            </p:grpSpPr>
            <p:pic>
              <p:nvPicPr>
                <p:cNvPr id="107" name="Picture 205">
                  <a:extLst>
                    <a:ext uri="{FF2B5EF4-FFF2-40B4-BE49-F238E27FC236}">
                      <a16:creationId xmlns:a16="http://schemas.microsoft.com/office/drawing/2014/main" id="{C7135E28-E5B4-77D3-AAB8-95B8CE18958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8" name="Picture 206">
                  <a:extLst>
                    <a:ext uri="{FF2B5EF4-FFF2-40B4-BE49-F238E27FC236}">
                      <a16:creationId xmlns:a16="http://schemas.microsoft.com/office/drawing/2014/main" id="{4689CC57-010A-D35B-C34C-EF143E90471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9" name="Picture 207">
                  <a:extLst>
                    <a:ext uri="{FF2B5EF4-FFF2-40B4-BE49-F238E27FC236}">
                      <a16:creationId xmlns:a16="http://schemas.microsoft.com/office/drawing/2014/main" id="{3905F4FD-7CED-C610-DF11-2DF9E37CF22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0" name="Picture 208">
                  <a:extLst>
                    <a:ext uri="{FF2B5EF4-FFF2-40B4-BE49-F238E27FC236}">
                      <a16:creationId xmlns:a16="http://schemas.microsoft.com/office/drawing/2014/main" id="{44BE29A0-0559-C096-204D-4B64C6B4925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03" name="Group 209">
                <a:extLst>
                  <a:ext uri="{FF2B5EF4-FFF2-40B4-BE49-F238E27FC236}">
                    <a16:creationId xmlns:a16="http://schemas.microsoft.com/office/drawing/2014/main" id="{E358C871-CD22-5071-D581-44A682746D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4" y="486"/>
                <a:ext cx="1118" cy="1020"/>
                <a:chOff x="0" y="0"/>
                <a:chExt cx="1117" cy="1020"/>
              </a:xfrm>
            </p:grpSpPr>
            <p:pic>
              <p:nvPicPr>
                <p:cNvPr id="104" name="Picture 210">
                  <a:extLst>
                    <a:ext uri="{FF2B5EF4-FFF2-40B4-BE49-F238E27FC236}">
                      <a16:creationId xmlns:a16="http://schemas.microsoft.com/office/drawing/2014/main" id="{2713583F-B514-A2D2-8261-236473E7A4D8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5" name="Picture 211">
                  <a:extLst>
                    <a:ext uri="{FF2B5EF4-FFF2-40B4-BE49-F238E27FC236}">
                      <a16:creationId xmlns:a16="http://schemas.microsoft.com/office/drawing/2014/main" id="{C3BE0DB6-F940-03AD-A2E0-5D5F01100AB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6" name="Picture 212">
                  <a:extLst>
                    <a:ext uri="{FF2B5EF4-FFF2-40B4-BE49-F238E27FC236}">
                      <a16:creationId xmlns:a16="http://schemas.microsoft.com/office/drawing/2014/main" id="{B5E3BE6B-515E-18B8-C8E5-98CFE2C3E5F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87" name="Group 213">
              <a:extLst>
                <a:ext uri="{FF2B5EF4-FFF2-40B4-BE49-F238E27FC236}">
                  <a16:creationId xmlns:a16="http://schemas.microsoft.com/office/drawing/2014/main" id="{5EE40FBF-8CD7-F4B8-CDE8-51529F1846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2" y="962"/>
              <a:ext cx="1807" cy="1382"/>
              <a:chOff x="0" y="0"/>
              <a:chExt cx="1806" cy="1381"/>
            </a:xfrm>
          </p:grpSpPr>
          <p:grpSp>
            <p:nvGrpSpPr>
              <p:cNvPr id="88" name="Group 214">
                <a:extLst>
                  <a:ext uri="{FF2B5EF4-FFF2-40B4-BE49-F238E27FC236}">
                    <a16:creationId xmlns:a16="http://schemas.microsoft.com/office/drawing/2014/main" id="{A297094C-0A1E-FB02-A4EF-7E4C838CEF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451" cy="1020"/>
                <a:chOff x="0" y="0"/>
                <a:chExt cx="1451" cy="1020"/>
              </a:xfrm>
            </p:grpSpPr>
            <p:pic>
              <p:nvPicPr>
                <p:cNvPr id="96" name="Picture 215">
                  <a:extLst>
                    <a:ext uri="{FF2B5EF4-FFF2-40B4-BE49-F238E27FC236}">
                      <a16:creationId xmlns:a16="http://schemas.microsoft.com/office/drawing/2014/main" id="{CA48ADE5-6120-40CA-5D4C-F543F2E4C98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7" name="Picture 216">
                  <a:extLst>
                    <a:ext uri="{FF2B5EF4-FFF2-40B4-BE49-F238E27FC236}">
                      <a16:creationId xmlns:a16="http://schemas.microsoft.com/office/drawing/2014/main" id="{1A64B8D1-FD58-7DF8-AC32-380BD882C17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8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8" name="Picture 217">
                  <a:extLst>
                    <a:ext uri="{FF2B5EF4-FFF2-40B4-BE49-F238E27FC236}">
                      <a16:creationId xmlns:a16="http://schemas.microsoft.com/office/drawing/2014/main" id="{B035A969-2412-A7B8-A418-CBD53DF2F83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9" name="Picture 218">
                  <a:extLst>
                    <a:ext uri="{FF2B5EF4-FFF2-40B4-BE49-F238E27FC236}">
                      <a16:creationId xmlns:a16="http://schemas.microsoft.com/office/drawing/2014/main" id="{3F1916E5-D887-86DC-5243-B177EAF9054B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89" name="Group 219">
                <a:extLst>
                  <a:ext uri="{FF2B5EF4-FFF2-40B4-BE49-F238E27FC236}">
                    <a16:creationId xmlns:a16="http://schemas.microsoft.com/office/drawing/2014/main" id="{8E00E93C-AF17-10EC-9EC5-2BB3601489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9" y="240"/>
                <a:ext cx="1117" cy="1020"/>
                <a:chOff x="0" y="0"/>
                <a:chExt cx="1117" cy="1020"/>
              </a:xfrm>
            </p:grpSpPr>
            <p:pic>
              <p:nvPicPr>
                <p:cNvPr id="93" name="Picture 220">
                  <a:extLst>
                    <a:ext uri="{FF2B5EF4-FFF2-40B4-BE49-F238E27FC236}">
                      <a16:creationId xmlns:a16="http://schemas.microsoft.com/office/drawing/2014/main" id="{A519DD49-5EEA-E8B8-E67E-2086F18AB82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4" y="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4" name="Picture 221">
                  <a:extLst>
                    <a:ext uri="{FF2B5EF4-FFF2-40B4-BE49-F238E27FC236}">
                      <a16:creationId xmlns:a16="http://schemas.microsoft.com/office/drawing/2014/main" id="{1F29504A-6F44-E09F-77D7-7844F5CF7FA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12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5" name="Picture 222">
                  <a:extLst>
                    <a:ext uri="{FF2B5EF4-FFF2-40B4-BE49-F238E27FC236}">
                      <a16:creationId xmlns:a16="http://schemas.microsoft.com/office/drawing/2014/main" id="{897A040C-0D8D-9E95-5822-2584F15D93D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245"/>
                  <a:ext cx="773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90" name="Group 223">
                <a:extLst>
                  <a:ext uri="{FF2B5EF4-FFF2-40B4-BE49-F238E27FC236}">
                    <a16:creationId xmlns:a16="http://schemas.microsoft.com/office/drawing/2014/main" id="{855398AA-8273-1327-3237-ED42526559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" y="486"/>
                <a:ext cx="1118" cy="895"/>
                <a:chOff x="0" y="0"/>
                <a:chExt cx="1117" cy="894"/>
              </a:xfrm>
            </p:grpSpPr>
            <p:pic>
              <p:nvPicPr>
                <p:cNvPr id="91" name="Picture 224">
                  <a:extLst>
                    <a:ext uri="{FF2B5EF4-FFF2-40B4-BE49-F238E27FC236}">
                      <a16:creationId xmlns:a16="http://schemas.microsoft.com/office/drawing/2014/main" id="{724B3B4E-3A64-7DDC-3B4C-DFCCA1BB125D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772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2" name="Picture 225">
                  <a:extLst>
                    <a:ext uri="{FF2B5EF4-FFF2-40B4-BE49-F238E27FC236}">
                      <a16:creationId xmlns:a16="http://schemas.microsoft.com/office/drawing/2014/main" id="{153D70B4-BA8E-7B52-8C2C-95AA222686DC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4" y="120"/>
                  <a:ext cx="773" cy="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44CA472-FFA2-6D66-962A-6F2C51BF3ACA}"/>
              </a:ext>
            </a:extLst>
          </p:cNvPr>
          <p:cNvSpPr txBox="1"/>
          <p:nvPr/>
        </p:nvSpPr>
        <p:spPr>
          <a:xfrm>
            <a:off x="7239000" y="5452267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Physical infrastructure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1BF99-4DFD-33F8-F380-D6684ECAB683}"/>
              </a:ext>
            </a:extLst>
          </p:cNvPr>
          <p:cNvSpPr txBox="1"/>
          <p:nvPr/>
        </p:nvSpPr>
        <p:spPr>
          <a:xfrm>
            <a:off x="7116157" y="1533898"/>
            <a:ext cx="4053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Cloud Controller Responsibilities</a:t>
            </a:r>
          </a:p>
          <a:p>
            <a:r>
              <a:rPr lang="en-US" dirty="0"/>
              <a:t> - Schedule and manage VM</a:t>
            </a:r>
          </a:p>
          <a:p>
            <a:r>
              <a:rPr lang="en-US" dirty="0"/>
              <a:t> - Security</a:t>
            </a:r>
          </a:p>
          <a:p>
            <a:r>
              <a:rPr lang="en-US" dirty="0"/>
              <a:t> - Fault handling</a:t>
            </a:r>
          </a:p>
        </p:txBody>
      </p:sp>
    </p:spTree>
    <p:extLst>
      <p:ext uri="{BB962C8B-B14F-4D97-AF65-F5344CB8AC3E}">
        <p14:creationId xmlns:p14="http://schemas.microsoft.com/office/powerpoint/2010/main" val="2924215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Fastest Growing Global </a:t>
            </a:r>
            <a:br>
              <a:rPr lang="en-US" dirty="0"/>
            </a:br>
            <a:r>
              <a:rPr lang="en-US" dirty="0"/>
              <a:t>Open Source Community</a:t>
            </a:r>
          </a:p>
        </p:txBody>
      </p:sp>
      <p:pic>
        <p:nvPicPr>
          <p:cNvPr id="4" name="Content Placeholder 3" descr="Screenshot 2020-02-09 at 5.30.41 PM.png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044" b="-25044"/>
          <a:stretch>
            <a:fillRect/>
          </a:stretch>
        </p:blipFill>
        <p:spPr/>
      </p:pic>
      <p:sp>
        <p:nvSpPr>
          <p:cNvPr id="52" name="TextBox 51"/>
          <p:cNvSpPr txBox="1"/>
          <p:nvPr/>
        </p:nvSpPr>
        <p:spPr>
          <a:xfrm>
            <a:off x="3143674" y="5949283"/>
            <a:ext cx="6681887" cy="307777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Helvetica Neue"/>
                <a:cs typeface="Helvetica Neue"/>
              </a:rPr>
              <a:t>https://</a:t>
            </a:r>
            <a:r>
              <a:rPr lang="en-US" sz="1400" dirty="0" err="1">
                <a:solidFill>
                  <a:schemeClr val="tx1"/>
                </a:solidFill>
                <a:latin typeface="Helvetica Neue"/>
                <a:cs typeface="Helvetica Neue"/>
              </a:rPr>
              <a:t>www.openstack.org</a:t>
            </a:r>
            <a:r>
              <a:rPr lang="en-US" sz="1400" dirty="0">
                <a:solidFill>
                  <a:schemeClr val="tx1"/>
                </a:solidFill>
                <a:latin typeface="Helvetica Neue"/>
                <a:cs typeface="Helvetica Neue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019520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Openstack</a:t>
            </a:r>
            <a:r>
              <a:rPr lang="en-IN" dirty="0"/>
              <a:t> Design Principles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Built as a collection of independent services </a:t>
            </a:r>
          </a:p>
          <a:p>
            <a:r>
              <a:rPr lang="en-IN" dirty="0"/>
              <a:t>Services provide REST APIs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369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>
            <a:grpSpLocks/>
          </p:cNvGrpSpPr>
          <p:nvPr/>
        </p:nvGrpSpPr>
        <p:grpSpPr bwMode="auto">
          <a:xfrm>
            <a:off x="3810000" y="3505200"/>
            <a:ext cx="4648200" cy="2497138"/>
            <a:chOff x="1719" y="2305"/>
            <a:chExt cx="2323" cy="1032"/>
          </a:xfrm>
        </p:grpSpPr>
        <p:grpSp>
          <p:nvGrpSpPr>
            <p:cNvPr id="39939" name="Group 3"/>
            <p:cNvGrpSpPr>
              <a:grpSpLocks/>
            </p:cNvGrpSpPr>
            <p:nvPr/>
          </p:nvGrpSpPr>
          <p:grpSpPr bwMode="auto">
            <a:xfrm>
              <a:off x="1913" y="2305"/>
              <a:ext cx="1935" cy="761"/>
              <a:chOff x="1872" y="2304"/>
              <a:chExt cx="960" cy="445"/>
            </a:xfrm>
          </p:grpSpPr>
          <p:sp>
            <p:nvSpPr>
              <p:cNvPr id="39940" name="Oval 4"/>
              <p:cNvSpPr>
                <a:spLocks noChangeArrowheads="1"/>
              </p:cNvSpPr>
              <p:nvPr/>
            </p:nvSpPr>
            <p:spPr bwMode="gray">
              <a:xfrm>
                <a:off x="1925" y="2495"/>
                <a:ext cx="320" cy="19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41" name="Oval 5"/>
              <p:cNvSpPr>
                <a:spLocks noChangeArrowheads="1"/>
              </p:cNvSpPr>
              <p:nvPr/>
            </p:nvSpPr>
            <p:spPr bwMode="gray">
              <a:xfrm>
                <a:off x="1872" y="2368"/>
                <a:ext cx="320" cy="19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42" name="Oval 6"/>
              <p:cNvSpPr>
                <a:spLocks noChangeArrowheads="1"/>
              </p:cNvSpPr>
              <p:nvPr/>
            </p:nvSpPr>
            <p:spPr bwMode="gray">
              <a:xfrm>
                <a:off x="1979" y="2304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43" name="Oval 7"/>
              <p:cNvSpPr>
                <a:spLocks noChangeArrowheads="1"/>
              </p:cNvSpPr>
              <p:nvPr/>
            </p:nvSpPr>
            <p:spPr bwMode="gray">
              <a:xfrm>
                <a:off x="2139" y="2558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44" name="Oval 8"/>
              <p:cNvSpPr>
                <a:spLocks noChangeArrowheads="1"/>
              </p:cNvSpPr>
              <p:nvPr/>
            </p:nvSpPr>
            <p:spPr bwMode="gray">
              <a:xfrm>
                <a:off x="2192" y="2304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45" name="Oval 9"/>
              <p:cNvSpPr>
                <a:spLocks noChangeArrowheads="1"/>
              </p:cNvSpPr>
              <p:nvPr/>
            </p:nvSpPr>
            <p:spPr bwMode="gray">
              <a:xfrm>
                <a:off x="2459" y="2304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46" name="Oval 10"/>
              <p:cNvSpPr>
                <a:spLocks noChangeArrowheads="1"/>
              </p:cNvSpPr>
              <p:nvPr/>
            </p:nvSpPr>
            <p:spPr bwMode="gray">
              <a:xfrm>
                <a:off x="2512" y="2368"/>
                <a:ext cx="320" cy="19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47" name="Oval 11"/>
              <p:cNvSpPr>
                <a:spLocks noChangeArrowheads="1"/>
              </p:cNvSpPr>
              <p:nvPr/>
            </p:nvSpPr>
            <p:spPr bwMode="gray">
              <a:xfrm>
                <a:off x="2459" y="2495"/>
                <a:ext cx="320" cy="19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48" name="Oval 12"/>
              <p:cNvSpPr>
                <a:spLocks noChangeArrowheads="1"/>
              </p:cNvSpPr>
              <p:nvPr/>
            </p:nvSpPr>
            <p:spPr bwMode="gray">
              <a:xfrm>
                <a:off x="2352" y="2544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49" name="Oval 13"/>
              <p:cNvSpPr>
                <a:spLocks noChangeArrowheads="1"/>
              </p:cNvSpPr>
              <p:nvPr/>
            </p:nvSpPr>
            <p:spPr bwMode="gray">
              <a:xfrm>
                <a:off x="1979" y="2368"/>
                <a:ext cx="746" cy="317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</p:grpSp>
        <p:grpSp>
          <p:nvGrpSpPr>
            <p:cNvPr id="39950" name="Group 14"/>
            <p:cNvGrpSpPr>
              <a:grpSpLocks/>
            </p:cNvGrpSpPr>
            <p:nvPr/>
          </p:nvGrpSpPr>
          <p:grpSpPr bwMode="auto">
            <a:xfrm flipH="1">
              <a:off x="1719" y="2749"/>
              <a:ext cx="2323" cy="588"/>
              <a:chOff x="1872" y="2304"/>
              <a:chExt cx="960" cy="445"/>
            </a:xfrm>
          </p:grpSpPr>
          <p:sp>
            <p:nvSpPr>
              <p:cNvPr id="39951" name="Oval 15"/>
              <p:cNvSpPr>
                <a:spLocks noChangeArrowheads="1"/>
              </p:cNvSpPr>
              <p:nvPr/>
            </p:nvSpPr>
            <p:spPr bwMode="gray">
              <a:xfrm>
                <a:off x="1925" y="2495"/>
                <a:ext cx="320" cy="19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52" name="Oval 16"/>
              <p:cNvSpPr>
                <a:spLocks noChangeArrowheads="1"/>
              </p:cNvSpPr>
              <p:nvPr/>
            </p:nvSpPr>
            <p:spPr bwMode="gray">
              <a:xfrm>
                <a:off x="1872" y="2368"/>
                <a:ext cx="320" cy="19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53" name="Oval 17"/>
              <p:cNvSpPr>
                <a:spLocks noChangeArrowheads="1"/>
              </p:cNvSpPr>
              <p:nvPr/>
            </p:nvSpPr>
            <p:spPr bwMode="gray">
              <a:xfrm>
                <a:off x="1979" y="2304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54" name="Oval 18"/>
              <p:cNvSpPr>
                <a:spLocks noChangeArrowheads="1"/>
              </p:cNvSpPr>
              <p:nvPr/>
            </p:nvSpPr>
            <p:spPr bwMode="gray">
              <a:xfrm>
                <a:off x="2139" y="2558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55" name="Oval 19"/>
              <p:cNvSpPr>
                <a:spLocks noChangeArrowheads="1"/>
              </p:cNvSpPr>
              <p:nvPr/>
            </p:nvSpPr>
            <p:spPr bwMode="gray">
              <a:xfrm>
                <a:off x="2192" y="2304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56" name="Oval 20"/>
              <p:cNvSpPr>
                <a:spLocks noChangeArrowheads="1"/>
              </p:cNvSpPr>
              <p:nvPr/>
            </p:nvSpPr>
            <p:spPr bwMode="gray">
              <a:xfrm>
                <a:off x="2459" y="2304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57" name="Oval 21"/>
              <p:cNvSpPr>
                <a:spLocks noChangeArrowheads="1"/>
              </p:cNvSpPr>
              <p:nvPr/>
            </p:nvSpPr>
            <p:spPr bwMode="gray">
              <a:xfrm>
                <a:off x="2512" y="2368"/>
                <a:ext cx="320" cy="19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58" name="Oval 22"/>
              <p:cNvSpPr>
                <a:spLocks noChangeArrowheads="1"/>
              </p:cNvSpPr>
              <p:nvPr/>
            </p:nvSpPr>
            <p:spPr bwMode="gray">
              <a:xfrm>
                <a:off x="2459" y="2495"/>
                <a:ext cx="320" cy="19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59" name="Oval 23"/>
              <p:cNvSpPr>
                <a:spLocks noChangeArrowheads="1"/>
              </p:cNvSpPr>
              <p:nvPr/>
            </p:nvSpPr>
            <p:spPr bwMode="gray">
              <a:xfrm>
                <a:off x="2352" y="2544"/>
                <a:ext cx="320" cy="19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  <p:sp>
            <p:nvSpPr>
              <p:cNvPr id="39960" name="Oval 24"/>
              <p:cNvSpPr>
                <a:spLocks noChangeArrowheads="1"/>
              </p:cNvSpPr>
              <p:nvPr/>
            </p:nvSpPr>
            <p:spPr bwMode="gray">
              <a:xfrm>
                <a:off x="1979" y="2368"/>
                <a:ext cx="746" cy="317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prstClr val="white"/>
                  </a:solidFill>
                  <a:latin typeface="Corbel"/>
                </a:endParaRPr>
              </a:p>
            </p:txBody>
          </p:sp>
        </p:grpSp>
        <p:sp>
          <p:nvSpPr>
            <p:cNvPr id="39961" name="Oval 25"/>
            <p:cNvSpPr>
              <a:spLocks noChangeArrowheads="1"/>
            </p:cNvSpPr>
            <p:nvPr/>
          </p:nvSpPr>
          <p:spPr bwMode="gray">
            <a:xfrm rot="-5400000">
              <a:off x="2578" y="2023"/>
              <a:ext cx="508" cy="145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/>
              <a:endParaRPr lang="en-US">
                <a:solidFill>
                  <a:prstClr val="white"/>
                </a:solidFill>
                <a:latin typeface="Corbel"/>
              </a:endParaRPr>
            </a:p>
          </p:txBody>
        </p:sp>
      </p:grpSp>
      <p:sp>
        <p:nvSpPr>
          <p:cNvPr id="39962" name="Rectangle 26"/>
          <p:cNvSpPr>
            <a:spLocks noChangeArrowheads="1"/>
          </p:cNvSpPr>
          <p:nvPr/>
        </p:nvSpPr>
        <p:spPr bwMode="auto">
          <a:xfrm>
            <a:off x="3352801" y="4264026"/>
            <a:ext cx="6029325" cy="614363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100000">
                <a:srgbClr val="33CC33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3CC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grpSp>
        <p:nvGrpSpPr>
          <p:cNvPr id="39963" name="Group 27"/>
          <p:cNvGrpSpPr>
            <a:grpSpLocks/>
          </p:cNvGrpSpPr>
          <p:nvPr/>
        </p:nvGrpSpPr>
        <p:grpSpPr bwMode="auto">
          <a:xfrm>
            <a:off x="5668964" y="4481514"/>
            <a:ext cx="884237" cy="306387"/>
            <a:chOff x="2611" y="2823"/>
            <a:chExt cx="557" cy="193"/>
          </a:xfrm>
        </p:grpSpPr>
        <p:sp>
          <p:nvSpPr>
            <p:cNvPr id="39964" name="Line 28"/>
            <p:cNvSpPr>
              <a:spLocks noChangeShapeType="1"/>
            </p:cNvSpPr>
            <p:nvPr/>
          </p:nvSpPr>
          <p:spPr bwMode="auto">
            <a:xfrm>
              <a:off x="2781" y="2920"/>
              <a:ext cx="387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/>
              <a:endParaRPr lang="en-US">
                <a:solidFill>
                  <a:prstClr val="white"/>
                </a:solidFill>
                <a:latin typeface="Corbel"/>
              </a:endParaRPr>
            </a:p>
          </p:txBody>
        </p:sp>
        <p:sp>
          <p:nvSpPr>
            <p:cNvPr id="39965" name="Rectangle 29"/>
            <p:cNvSpPr>
              <a:spLocks noChangeArrowheads="1"/>
            </p:cNvSpPr>
            <p:nvPr/>
          </p:nvSpPr>
          <p:spPr bwMode="auto">
            <a:xfrm>
              <a:off x="2611" y="2823"/>
              <a:ext cx="315" cy="193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50000">
                  <a:srgbClr val="FFFF00">
                    <a:gamma/>
                    <a:shade val="46275"/>
                    <a:invGamma/>
                  </a:srgbClr>
                </a:gs>
                <a:gs pos="100000">
                  <a:srgbClr val="FFFF00"/>
                </a:gs>
              </a:gsLst>
              <a:lin ang="2700000" scaled="1"/>
            </a:gra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00" eaLnBrk="0" hangingPunct="0"/>
              <a:endParaRPr lang="en-US" altLang="en-US" b="1">
                <a:solidFill>
                  <a:srgbClr val="4E5B6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9966" name="Line 30"/>
            <p:cNvSpPr>
              <a:spLocks noChangeShapeType="1"/>
            </p:cNvSpPr>
            <p:nvPr/>
          </p:nvSpPr>
          <p:spPr bwMode="auto">
            <a:xfrm>
              <a:off x="2611" y="2823"/>
              <a:ext cx="157" cy="8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/>
              <a:endParaRPr lang="en-US">
                <a:solidFill>
                  <a:prstClr val="white"/>
                </a:solidFill>
                <a:latin typeface="Corbel"/>
              </a:endParaRPr>
            </a:p>
          </p:txBody>
        </p:sp>
        <p:sp>
          <p:nvSpPr>
            <p:cNvPr id="39967" name="Line 31"/>
            <p:cNvSpPr>
              <a:spLocks noChangeShapeType="1"/>
            </p:cNvSpPr>
            <p:nvPr/>
          </p:nvSpPr>
          <p:spPr bwMode="auto">
            <a:xfrm flipH="1">
              <a:off x="2769" y="2823"/>
              <a:ext cx="157" cy="8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/>
              <a:endParaRPr lang="en-US">
                <a:solidFill>
                  <a:prstClr val="white"/>
                </a:solidFill>
                <a:latin typeface="Corbel"/>
              </a:endParaRPr>
            </a:p>
          </p:txBody>
        </p:sp>
      </p:grpSp>
      <p:sp>
        <p:nvSpPr>
          <p:cNvPr id="39968" name="Line 32"/>
          <p:cNvSpPr>
            <a:spLocks noChangeShapeType="1"/>
          </p:cNvSpPr>
          <p:nvPr/>
        </p:nvSpPr>
        <p:spPr bwMode="auto">
          <a:xfrm>
            <a:off x="4003676" y="4646613"/>
            <a:ext cx="614363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69" name="Rectangle 33"/>
          <p:cNvSpPr>
            <a:spLocks noChangeArrowheads="1"/>
          </p:cNvSpPr>
          <p:nvPr/>
        </p:nvSpPr>
        <p:spPr bwMode="auto">
          <a:xfrm>
            <a:off x="3733801" y="4492625"/>
            <a:ext cx="500063" cy="306388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rgbClr val="FFFF00">
                  <a:gamma/>
                  <a:shade val="46275"/>
                  <a:invGamma/>
                </a:srgbClr>
              </a:gs>
              <a:gs pos="100000">
                <a:srgbClr val="FFFF00"/>
              </a:gs>
            </a:gsLst>
            <a:lin ang="2700000" scaled="1"/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hangingPunct="0"/>
            <a:endParaRPr lang="en-US" altLang="en-US" b="1">
              <a:solidFill>
                <a:srgbClr val="4E5B6F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 Unicode MS" charset="0"/>
              <a:ea typeface="Times New Roman" charset="0"/>
              <a:cs typeface="Times New Roman" charset="0"/>
            </a:endParaRPr>
          </a:p>
        </p:txBody>
      </p:sp>
      <p:sp>
        <p:nvSpPr>
          <p:cNvPr id="39970" name="Line 34"/>
          <p:cNvSpPr>
            <a:spLocks noChangeShapeType="1"/>
          </p:cNvSpPr>
          <p:nvPr/>
        </p:nvSpPr>
        <p:spPr bwMode="auto">
          <a:xfrm>
            <a:off x="3733800" y="4492625"/>
            <a:ext cx="249238" cy="1349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71" name="Line 35"/>
          <p:cNvSpPr>
            <a:spLocks noChangeShapeType="1"/>
          </p:cNvSpPr>
          <p:nvPr/>
        </p:nvSpPr>
        <p:spPr bwMode="auto">
          <a:xfrm flipH="1">
            <a:off x="3984625" y="4492625"/>
            <a:ext cx="249238" cy="1349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72" name="Line 36"/>
          <p:cNvSpPr>
            <a:spLocks noChangeShapeType="1"/>
          </p:cNvSpPr>
          <p:nvPr/>
        </p:nvSpPr>
        <p:spPr bwMode="auto">
          <a:xfrm flipH="1">
            <a:off x="4622801" y="4494213"/>
            <a:ext cx="614363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73" name="Rectangle 37"/>
          <p:cNvSpPr>
            <a:spLocks noChangeArrowheads="1"/>
          </p:cNvSpPr>
          <p:nvPr/>
        </p:nvSpPr>
        <p:spPr bwMode="auto">
          <a:xfrm>
            <a:off x="5008563" y="4340225"/>
            <a:ext cx="500062" cy="306388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rgbClr val="FFFF00">
                  <a:gamma/>
                  <a:shade val="46275"/>
                  <a:invGamma/>
                </a:srgbClr>
              </a:gs>
              <a:gs pos="100000">
                <a:srgbClr val="FFFF00"/>
              </a:gs>
            </a:gsLst>
            <a:lin ang="2700000" scaled="1"/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hangingPunct="0"/>
            <a:endParaRPr lang="en-US" altLang="en-US" b="1">
              <a:solidFill>
                <a:srgbClr val="4E5B6F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 Unicode MS" charset="0"/>
              <a:ea typeface="Times New Roman" charset="0"/>
              <a:cs typeface="Times New Roman" charset="0"/>
            </a:endParaRPr>
          </a:p>
        </p:txBody>
      </p:sp>
      <p:sp>
        <p:nvSpPr>
          <p:cNvPr id="39974" name="Line 38"/>
          <p:cNvSpPr>
            <a:spLocks noChangeShapeType="1"/>
          </p:cNvSpPr>
          <p:nvPr/>
        </p:nvSpPr>
        <p:spPr bwMode="auto">
          <a:xfrm>
            <a:off x="5008564" y="4340225"/>
            <a:ext cx="249237" cy="1349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75" name="Line 39"/>
          <p:cNvSpPr>
            <a:spLocks noChangeShapeType="1"/>
          </p:cNvSpPr>
          <p:nvPr/>
        </p:nvSpPr>
        <p:spPr bwMode="auto">
          <a:xfrm flipH="1">
            <a:off x="5259389" y="4340225"/>
            <a:ext cx="249237" cy="1349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76" name="Line 40"/>
          <p:cNvSpPr>
            <a:spLocks noChangeShapeType="1"/>
          </p:cNvSpPr>
          <p:nvPr/>
        </p:nvSpPr>
        <p:spPr bwMode="auto">
          <a:xfrm>
            <a:off x="7894638" y="4635500"/>
            <a:ext cx="614362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77" name="Line 41"/>
          <p:cNvSpPr>
            <a:spLocks noChangeShapeType="1"/>
          </p:cNvSpPr>
          <p:nvPr/>
        </p:nvSpPr>
        <p:spPr bwMode="auto">
          <a:xfrm flipH="1">
            <a:off x="6477001" y="4494213"/>
            <a:ext cx="614363" cy="0"/>
          </a:xfrm>
          <a:prstGeom prst="line">
            <a:avLst/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78" name="Rectangle 42"/>
          <p:cNvSpPr>
            <a:spLocks noChangeArrowheads="1"/>
          </p:cNvSpPr>
          <p:nvPr/>
        </p:nvSpPr>
        <p:spPr bwMode="auto">
          <a:xfrm>
            <a:off x="6862763" y="4340225"/>
            <a:ext cx="500062" cy="306388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rgbClr val="FFFF00">
                  <a:gamma/>
                  <a:shade val="46275"/>
                  <a:invGamma/>
                </a:srgbClr>
              </a:gs>
              <a:gs pos="100000">
                <a:srgbClr val="FFFF00"/>
              </a:gs>
            </a:gsLst>
            <a:lin ang="2700000" scaled="1"/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hangingPunct="0"/>
            <a:endParaRPr lang="en-US" altLang="en-US" b="1">
              <a:solidFill>
                <a:srgbClr val="4E5B6F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 Unicode MS" charset="0"/>
              <a:ea typeface="Times New Roman" charset="0"/>
              <a:cs typeface="Times New Roman" charset="0"/>
            </a:endParaRPr>
          </a:p>
        </p:txBody>
      </p:sp>
      <p:sp>
        <p:nvSpPr>
          <p:cNvPr id="39979" name="Line 43"/>
          <p:cNvSpPr>
            <a:spLocks noChangeShapeType="1"/>
          </p:cNvSpPr>
          <p:nvPr/>
        </p:nvSpPr>
        <p:spPr bwMode="auto">
          <a:xfrm>
            <a:off x="6862764" y="4340225"/>
            <a:ext cx="249237" cy="1349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80" name="Line 44"/>
          <p:cNvSpPr>
            <a:spLocks noChangeShapeType="1"/>
          </p:cNvSpPr>
          <p:nvPr/>
        </p:nvSpPr>
        <p:spPr bwMode="auto">
          <a:xfrm flipH="1">
            <a:off x="7113589" y="4340225"/>
            <a:ext cx="249237" cy="1349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81" name="AutoShape 45"/>
          <p:cNvSpPr>
            <a:spLocks noChangeArrowheads="1"/>
          </p:cNvSpPr>
          <p:nvPr/>
        </p:nvSpPr>
        <p:spPr bwMode="auto">
          <a:xfrm>
            <a:off x="1828800" y="3998913"/>
            <a:ext cx="1676400" cy="1143000"/>
          </a:xfrm>
          <a:prstGeom prst="cube">
            <a:avLst>
              <a:gd name="adj" fmla="val 13889"/>
            </a:avLst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7059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/>
            <a:r>
              <a:rPr lang="en-US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charset="0"/>
                <a:ea typeface="Times New Roman" charset="0"/>
                <a:cs typeface="Times New Roman" charset="0"/>
              </a:rPr>
              <a:t>Service</a:t>
            </a:r>
            <a:br>
              <a:rPr lang="en-US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charset="0"/>
                <a:ea typeface="Times New Roman" charset="0"/>
                <a:cs typeface="Times New Roman" charset="0"/>
              </a:rPr>
            </a:br>
            <a:r>
              <a:rPr lang="en-US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charset="0"/>
                <a:ea typeface="Times New Roman" charset="0"/>
                <a:cs typeface="Times New Roman" charset="0"/>
              </a:rPr>
              <a:t>Consumers</a:t>
            </a:r>
          </a:p>
        </p:txBody>
      </p:sp>
      <p:sp>
        <p:nvSpPr>
          <p:cNvPr id="39982" name="AutoShape 46"/>
          <p:cNvSpPr>
            <a:spLocks noChangeArrowheads="1"/>
          </p:cNvSpPr>
          <p:nvPr/>
        </p:nvSpPr>
        <p:spPr bwMode="auto">
          <a:xfrm>
            <a:off x="8839200" y="3998913"/>
            <a:ext cx="1676400" cy="1143000"/>
          </a:xfrm>
          <a:prstGeom prst="cube">
            <a:avLst>
              <a:gd name="adj" fmla="val 13889"/>
            </a:avLst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47059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/>
            <a:r>
              <a:rPr lang="en-US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charset="0"/>
                <a:ea typeface="Times New Roman" charset="0"/>
                <a:cs typeface="Times New Roman" charset="0"/>
              </a:rPr>
              <a:t>Service </a:t>
            </a:r>
            <a:br>
              <a:rPr lang="en-US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charset="0"/>
                <a:ea typeface="Times New Roman" charset="0"/>
                <a:cs typeface="Times New Roman" charset="0"/>
              </a:rPr>
            </a:br>
            <a:r>
              <a:rPr lang="en-US" altLang="en-US" sz="2000" b="1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charset="0"/>
                <a:ea typeface="Times New Roman" charset="0"/>
                <a:cs typeface="Times New Roman" charset="0"/>
              </a:rPr>
              <a:t>Producers</a:t>
            </a:r>
          </a:p>
        </p:txBody>
      </p:sp>
      <p:sp>
        <p:nvSpPr>
          <p:cNvPr id="39983" name="Rectangle 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SOA Elements</a:t>
            </a:r>
          </a:p>
        </p:txBody>
      </p:sp>
      <p:sp>
        <p:nvSpPr>
          <p:cNvPr id="39984" name="Rectangle 48"/>
          <p:cNvSpPr>
            <a:spLocks noGrp="1" noChangeArrowheads="1"/>
          </p:cNvSpPr>
          <p:nvPr>
            <p:ph type="body" idx="1"/>
          </p:nvPr>
        </p:nvSpPr>
        <p:spPr>
          <a:xfrm>
            <a:off x="583975" y="1276109"/>
            <a:ext cx="8946541" cy="4195481"/>
          </a:xfrm>
        </p:spPr>
        <p:txBody>
          <a:bodyPr>
            <a:normAutofit/>
          </a:bodyPr>
          <a:lstStyle/>
          <a:p>
            <a:r>
              <a:rPr lang="en-US" altLang="en-US" sz="1700" dirty="0"/>
              <a:t>Communicate with messages</a:t>
            </a:r>
          </a:p>
          <a:p>
            <a:r>
              <a:rPr lang="en-US" altLang="en-US" sz="1700" dirty="0"/>
              <a:t>No knowledge about partner</a:t>
            </a:r>
          </a:p>
          <a:p>
            <a:r>
              <a:rPr lang="en-US" altLang="en-US" sz="1700" dirty="0"/>
              <a:t>Likely heterogeneous</a:t>
            </a:r>
            <a:endParaRPr lang="en-IN" altLang="en-US" sz="1700" dirty="0"/>
          </a:p>
          <a:p>
            <a:r>
              <a:rPr lang="en-IN" altLang="en-US" sz="1700" dirty="0"/>
              <a:t>Build applications by making service calls</a:t>
            </a:r>
          </a:p>
          <a:p>
            <a:r>
              <a:rPr lang="en-IN" altLang="en-US" sz="1700" dirty="0"/>
              <a:t>Simple if interface is REST!</a:t>
            </a:r>
            <a:endParaRPr lang="en-US" altLang="en-US" sz="1700" dirty="0"/>
          </a:p>
        </p:txBody>
      </p:sp>
      <p:sp>
        <p:nvSpPr>
          <p:cNvPr id="39985" name="Rectangle 49"/>
          <p:cNvSpPr>
            <a:spLocks noChangeArrowheads="1"/>
          </p:cNvSpPr>
          <p:nvPr/>
        </p:nvSpPr>
        <p:spPr bwMode="auto">
          <a:xfrm>
            <a:off x="7596188" y="4473575"/>
            <a:ext cx="500062" cy="306388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rgbClr val="FFFF00">
                  <a:gamma/>
                  <a:shade val="46275"/>
                  <a:invGamma/>
                </a:srgbClr>
              </a:gs>
              <a:gs pos="100000">
                <a:srgbClr val="FFFF00"/>
              </a:gs>
            </a:gsLst>
            <a:lin ang="2700000" scaled="1"/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 eaLnBrk="0" hangingPunct="0"/>
            <a:endParaRPr lang="en-US" altLang="en-US" b="1">
              <a:solidFill>
                <a:srgbClr val="4E5B6F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 Unicode MS" charset="0"/>
              <a:ea typeface="Times New Roman" charset="0"/>
              <a:cs typeface="Times New Roman" charset="0"/>
            </a:endParaRPr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>
            <a:off x="7596189" y="4473575"/>
            <a:ext cx="249237" cy="1349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39987" name="Line 51"/>
          <p:cNvSpPr>
            <a:spLocks noChangeShapeType="1"/>
          </p:cNvSpPr>
          <p:nvPr/>
        </p:nvSpPr>
        <p:spPr bwMode="auto">
          <a:xfrm flipH="1">
            <a:off x="7847014" y="4473575"/>
            <a:ext cx="249237" cy="1349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en-US">
              <a:solidFill>
                <a:prstClr val="white"/>
              </a:solidFill>
              <a:latin typeface="Corbel"/>
            </a:endParaRPr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4FBB14DD-30C2-430C-AC17-05DEAB794D74}"/>
              </a:ext>
            </a:extLst>
          </p:cNvPr>
          <p:cNvSpPr/>
          <p:nvPr/>
        </p:nvSpPr>
        <p:spPr>
          <a:xfrm>
            <a:off x="8070017" y="762000"/>
            <a:ext cx="2064583" cy="1371600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Service Registry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CFA4DCD-8663-4F6A-BC55-640A80E92B2A}"/>
              </a:ext>
            </a:extLst>
          </p:cNvPr>
          <p:cNvSpPr/>
          <p:nvPr/>
        </p:nvSpPr>
        <p:spPr>
          <a:xfrm rot="19826998">
            <a:off x="3023451" y="2579736"/>
            <a:ext cx="5334662" cy="105156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Look up list of Services and Endpoint (IP address, port)</a:t>
            </a:r>
          </a:p>
        </p:txBody>
      </p:sp>
    </p:spTree>
    <p:extLst>
      <p:ext uri="{BB962C8B-B14F-4D97-AF65-F5344CB8AC3E}">
        <p14:creationId xmlns:p14="http://schemas.microsoft.com/office/powerpoint/2010/main" val="785239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9588</TotalTime>
  <Words>1371</Words>
  <Application>Microsoft Office PowerPoint</Application>
  <PresentationFormat>Widescreen</PresentationFormat>
  <Paragraphs>324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Arial</vt:lpstr>
      <vt:lpstr>Arial Black</vt:lpstr>
      <vt:lpstr>Arial Unicode MS</vt:lpstr>
      <vt:lpstr>Calibri</vt:lpstr>
      <vt:lpstr>Century Gothic</vt:lpstr>
      <vt:lpstr>Corbel</vt:lpstr>
      <vt:lpstr>Courier New</vt:lpstr>
      <vt:lpstr>Gill Sans</vt:lpstr>
      <vt:lpstr>Helvetica Neue</vt:lpstr>
      <vt:lpstr>Myriad Pro</vt:lpstr>
      <vt:lpstr>Myriad Pro Bold</vt:lpstr>
      <vt:lpstr>Wingdings 3</vt:lpstr>
      <vt:lpstr>Ion</vt:lpstr>
      <vt:lpstr>Lecture 3 : IaaS Programming Models</vt:lpstr>
      <vt:lpstr>Overview</vt:lpstr>
      <vt:lpstr>Why do we need IaaS clouds?</vt:lpstr>
      <vt:lpstr>The Old Model</vt:lpstr>
      <vt:lpstr>The New (1960s) Model</vt:lpstr>
      <vt:lpstr>Increased Hardware Utilization</vt:lpstr>
      <vt:lpstr>IaaS Programming Model </vt:lpstr>
      <vt:lpstr>Infrastructure as a Service (IaaS)</vt:lpstr>
      <vt:lpstr>Programming Model as you know it</vt:lpstr>
      <vt:lpstr>Class Exercise</vt:lpstr>
      <vt:lpstr>Motivation</vt:lpstr>
      <vt:lpstr>Processing: VMs and Containers: Sharing physical machines </vt:lpstr>
      <vt:lpstr>Storage 1: Virtual Disks (aka Block Storage)</vt:lpstr>
      <vt:lpstr>Storage 2: Object Store (aka Blob Store)</vt:lpstr>
      <vt:lpstr>Virtual Networking 1</vt:lpstr>
      <vt:lpstr>Virtual Networking 1: Q&amp;A</vt:lpstr>
      <vt:lpstr>Virtual Networking 1: Q&amp;A</vt:lpstr>
      <vt:lpstr>Virtual Networking 1: Exercise (5 mins)</vt:lpstr>
      <vt:lpstr>Virtual Networking 1: Solution</vt:lpstr>
      <vt:lpstr>Creation of a VM </vt:lpstr>
      <vt:lpstr>Class Exercise (10 mins) </vt:lpstr>
      <vt:lpstr>PowerPoint Presentation</vt:lpstr>
      <vt:lpstr>IaaS Architecture</vt:lpstr>
      <vt:lpstr>Fastest Growing Global  Open Source Community</vt:lpstr>
      <vt:lpstr>Openstack Design Principles </vt:lpstr>
      <vt:lpstr>SOA Elements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Dinkar Sitaram</dc:creator>
  <cp:lastModifiedBy>Subramaniam Kalambur</cp:lastModifiedBy>
  <cp:revision>176</cp:revision>
  <dcterms:created xsi:type="dcterms:W3CDTF">2017-02-03T06:56:37Z</dcterms:created>
  <dcterms:modified xsi:type="dcterms:W3CDTF">2025-08-22T01:26:42Z</dcterms:modified>
</cp:coreProperties>
</file>